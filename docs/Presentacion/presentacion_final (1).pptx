
<file path=[Content_Types].xml><?xml version="1.0" encoding="utf-8"?>
<Types xmlns="http://schemas.openxmlformats.org/package/2006/content-types"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80" r:id="rId6"/>
    <p:sldId id="260" r:id="rId7"/>
    <p:sldId id="261" r:id="rId8"/>
    <p:sldId id="262" r:id="rId9"/>
    <p:sldId id="281" r:id="rId10"/>
    <p:sldId id="263" r:id="rId11"/>
    <p:sldId id="264" r:id="rId12"/>
    <p:sldId id="265" r:id="rId13"/>
    <p:sldId id="282" r:id="rId14"/>
    <p:sldId id="283" r:id="rId15"/>
    <p:sldId id="266" r:id="rId16"/>
    <p:sldId id="285" r:id="rId17"/>
    <p:sldId id="288" r:id="rId18"/>
    <p:sldId id="286" r:id="rId19"/>
    <p:sldId id="287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5A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76A7AB-89A1-422A-887E-99F7DF092182}" v="72" dt="2026-09-30T11:41:52.09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77" y="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ider Yesid Fonseca Najar" userId="73f9163c-41a4-46db-a396-54c94cc9cf95" providerId="ADAL" clId="{8AF7FC4C-CF9B-4A6B-AAD0-0DBF7EC8CD02}"/>
    <pc:docChg chg="undo custSel addSld delSld modSld sldOrd">
      <pc:chgData name="Haider Yesid Fonseca Najar" userId="73f9163c-41a4-46db-a396-54c94cc9cf95" providerId="ADAL" clId="{8AF7FC4C-CF9B-4A6B-AAD0-0DBF7EC8CD02}" dt="2026-09-30T11:43:12.978" v="592" actId="108"/>
      <pc:docMkLst>
        <pc:docMk/>
      </pc:docMkLst>
      <pc:sldChg chg="modSp mod">
        <pc:chgData name="Haider Yesid Fonseca Najar" userId="73f9163c-41a4-46db-a396-54c94cc9cf95" providerId="ADAL" clId="{8AF7FC4C-CF9B-4A6B-AAD0-0DBF7EC8CD02}" dt="2026-09-29T22:08:48.471" v="0" actId="20577"/>
        <pc:sldMkLst>
          <pc:docMk/>
          <pc:sldMk cId="0" sldId="258"/>
        </pc:sldMkLst>
        <pc:spChg chg="mod">
          <ac:chgData name="Haider Yesid Fonseca Najar" userId="73f9163c-41a4-46db-a396-54c94cc9cf95" providerId="ADAL" clId="{8AF7FC4C-CF9B-4A6B-AAD0-0DBF7EC8CD02}" dt="2026-09-29T22:08:48.471" v="0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Haider Yesid Fonseca Najar" userId="73f9163c-41a4-46db-a396-54c94cc9cf95" providerId="ADAL" clId="{8AF7FC4C-CF9B-4A6B-AAD0-0DBF7EC8CD02}" dt="2026-09-29T22:09:12.016" v="69" actId="20577"/>
        <pc:sldMkLst>
          <pc:docMk/>
          <pc:sldMk cId="0" sldId="259"/>
        </pc:sldMkLst>
        <pc:spChg chg="mod">
          <ac:chgData name="Haider Yesid Fonseca Najar" userId="73f9163c-41a4-46db-a396-54c94cc9cf95" providerId="ADAL" clId="{8AF7FC4C-CF9B-4A6B-AAD0-0DBF7EC8CD02}" dt="2026-09-29T22:09:12.016" v="69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Haider Yesid Fonseca Najar" userId="73f9163c-41a4-46db-a396-54c94cc9cf95" providerId="ADAL" clId="{8AF7FC4C-CF9B-4A6B-AAD0-0DBF7EC8CD02}" dt="2026-09-30T11:28:07.257" v="525"/>
        <pc:sldMkLst>
          <pc:docMk/>
          <pc:sldMk cId="0" sldId="260"/>
        </pc:sldMkLst>
        <pc:graphicFrameChg chg="mod modGraphic">
          <ac:chgData name="Haider Yesid Fonseca Najar" userId="73f9163c-41a4-46db-a396-54c94cc9cf95" providerId="ADAL" clId="{8AF7FC4C-CF9B-4A6B-AAD0-0DBF7EC8CD02}" dt="2026-09-30T11:28:07.257" v="525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addSp modSp mod">
        <pc:chgData name="Haider Yesid Fonseca Najar" userId="73f9163c-41a4-46db-a396-54c94cc9cf95" providerId="ADAL" clId="{8AF7FC4C-CF9B-4A6B-AAD0-0DBF7EC8CD02}" dt="2026-09-30T09:13:36.741" v="258" actId="1076"/>
        <pc:sldMkLst>
          <pc:docMk/>
          <pc:sldMk cId="0" sldId="261"/>
        </pc:sldMkLst>
        <pc:spChg chg="mod">
          <ac:chgData name="Haider Yesid Fonseca Najar" userId="73f9163c-41a4-46db-a396-54c94cc9cf95" providerId="ADAL" clId="{8AF7FC4C-CF9B-4A6B-AAD0-0DBF7EC8CD02}" dt="2026-09-30T09:13:28.334" v="257" actId="21"/>
          <ac:spMkLst>
            <pc:docMk/>
            <pc:sldMk cId="0" sldId="261"/>
            <ac:spMk id="5" creationId="{00000000-0000-0000-0000-000000000000}"/>
          </ac:spMkLst>
        </pc:spChg>
        <pc:spChg chg="add mod">
          <ac:chgData name="Haider Yesid Fonseca Najar" userId="73f9163c-41a4-46db-a396-54c94cc9cf95" providerId="ADAL" clId="{8AF7FC4C-CF9B-4A6B-AAD0-0DBF7EC8CD02}" dt="2026-09-30T09:13:36.741" v="258" actId="1076"/>
          <ac:spMkLst>
            <pc:docMk/>
            <pc:sldMk cId="0" sldId="261"/>
            <ac:spMk id="9" creationId="{32AFC20D-FDB2-038F-DC2D-5BB0B985F786}"/>
          </ac:spMkLst>
        </pc:spChg>
      </pc:sldChg>
      <pc:sldChg chg="modSp mod">
        <pc:chgData name="Haider Yesid Fonseca Najar" userId="73f9163c-41a4-46db-a396-54c94cc9cf95" providerId="ADAL" clId="{8AF7FC4C-CF9B-4A6B-AAD0-0DBF7EC8CD02}" dt="2026-09-30T09:14:45.471" v="271" actId="1076"/>
        <pc:sldMkLst>
          <pc:docMk/>
          <pc:sldMk cId="0" sldId="262"/>
        </pc:sldMkLst>
        <pc:spChg chg="mod">
          <ac:chgData name="Haider Yesid Fonseca Najar" userId="73f9163c-41a4-46db-a396-54c94cc9cf95" providerId="ADAL" clId="{8AF7FC4C-CF9B-4A6B-AAD0-0DBF7EC8CD02}" dt="2026-09-30T09:14:32.343" v="269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14:45.471" v="271" actId="1076"/>
          <ac:spMkLst>
            <pc:docMk/>
            <pc:sldMk cId="0" sldId="262"/>
            <ac:spMk id="9" creationId="{00000000-0000-0000-0000-000000000000}"/>
          </ac:spMkLst>
        </pc:spChg>
        <pc:picChg chg="mod">
          <ac:chgData name="Haider Yesid Fonseca Najar" userId="73f9163c-41a4-46db-a396-54c94cc9cf95" providerId="ADAL" clId="{8AF7FC4C-CF9B-4A6B-AAD0-0DBF7EC8CD02}" dt="2026-09-30T09:14:37.801" v="270" actId="1076"/>
          <ac:picMkLst>
            <pc:docMk/>
            <pc:sldMk cId="0" sldId="262"/>
            <ac:picMk id="8" creationId="{00000000-0000-0000-0000-000000000000}"/>
          </ac:picMkLst>
        </pc:picChg>
      </pc:sldChg>
      <pc:sldChg chg="addSp delSp modSp mod">
        <pc:chgData name="Haider Yesid Fonseca Najar" userId="73f9163c-41a4-46db-a396-54c94cc9cf95" providerId="ADAL" clId="{8AF7FC4C-CF9B-4A6B-AAD0-0DBF7EC8CD02}" dt="2026-09-30T11:06:01.820" v="402" actId="1076"/>
        <pc:sldMkLst>
          <pc:docMk/>
          <pc:sldMk cId="0" sldId="263"/>
        </pc:sldMkLst>
        <pc:spChg chg="del mod">
          <ac:chgData name="Haider Yesid Fonseca Najar" userId="73f9163c-41a4-46db-a396-54c94cc9cf95" providerId="ADAL" clId="{8AF7FC4C-CF9B-4A6B-AAD0-0DBF7EC8CD02}" dt="2026-09-30T10:19:08.585" v="340" actId="478"/>
          <ac:spMkLst>
            <pc:docMk/>
            <pc:sldMk cId="0" sldId="263"/>
            <ac:spMk id="5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09:48:51.122" v="273" actId="21"/>
          <ac:spMkLst>
            <pc:docMk/>
            <pc:sldMk cId="0" sldId="263"/>
            <ac:spMk id="6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09:52:04.706" v="291" actId="478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10:20:31.097" v="353" actId="478"/>
          <ac:spMkLst>
            <pc:docMk/>
            <pc:sldMk cId="0" sldId="263"/>
            <ac:spMk id="9" creationId="{00000000-0000-0000-0000-000000000000}"/>
          </ac:spMkLst>
        </pc:spChg>
        <pc:spChg chg="add mod">
          <ac:chgData name="Haider Yesid Fonseca Najar" userId="73f9163c-41a4-46db-a396-54c94cc9cf95" providerId="ADAL" clId="{8AF7FC4C-CF9B-4A6B-AAD0-0DBF7EC8CD02}" dt="2026-09-30T11:04:26.447" v="396" actId="20577"/>
          <ac:spMkLst>
            <pc:docMk/>
            <pc:sldMk cId="0" sldId="263"/>
            <ac:spMk id="13" creationId="{AE5B7918-983A-C4DE-02FB-1492349772ED}"/>
          </ac:spMkLst>
        </pc:spChg>
        <pc:spChg chg="add mod">
          <ac:chgData name="Haider Yesid Fonseca Najar" userId="73f9163c-41a4-46db-a396-54c94cc9cf95" providerId="ADAL" clId="{8AF7FC4C-CF9B-4A6B-AAD0-0DBF7EC8CD02}" dt="2026-09-30T11:06:01.820" v="402" actId="1076"/>
          <ac:spMkLst>
            <pc:docMk/>
            <pc:sldMk cId="0" sldId="263"/>
            <ac:spMk id="19" creationId="{C776A717-F793-052A-BFD8-AB4F98847645}"/>
          </ac:spMkLst>
        </pc:spChg>
        <pc:spChg chg="add mod">
          <ac:chgData name="Haider Yesid Fonseca Najar" userId="73f9163c-41a4-46db-a396-54c94cc9cf95" providerId="ADAL" clId="{8AF7FC4C-CF9B-4A6B-AAD0-0DBF7EC8CD02}" dt="2026-09-30T11:04:55.220" v="398" actId="20577"/>
          <ac:spMkLst>
            <pc:docMk/>
            <pc:sldMk cId="0" sldId="263"/>
            <ac:spMk id="21" creationId="{180CA234-B141-FCAD-926C-0D67A16180BA}"/>
          </ac:spMkLst>
        </pc:spChg>
        <pc:picChg chg="del mod">
          <ac:chgData name="Haider Yesid Fonseca Najar" userId="73f9163c-41a4-46db-a396-54c94cc9cf95" providerId="ADAL" clId="{8AF7FC4C-CF9B-4A6B-AAD0-0DBF7EC8CD02}" dt="2026-09-30T10:19:10.323" v="341" actId="478"/>
          <ac:picMkLst>
            <pc:docMk/>
            <pc:sldMk cId="0" sldId="263"/>
            <ac:picMk id="8" creationId="{00000000-0000-0000-0000-000000000000}"/>
          </ac:picMkLst>
        </pc:picChg>
        <pc:picChg chg="add del mod">
          <ac:chgData name="Haider Yesid Fonseca Najar" userId="73f9163c-41a4-46db-a396-54c94cc9cf95" providerId="ADAL" clId="{8AF7FC4C-CF9B-4A6B-AAD0-0DBF7EC8CD02}" dt="2026-09-30T10:19:08.585" v="340" actId="478"/>
          <ac:picMkLst>
            <pc:docMk/>
            <pc:sldMk cId="0" sldId="263"/>
            <ac:picMk id="11" creationId="{0C44D1A2-4C60-421F-BFD8-9D73059F16B5}"/>
          </ac:picMkLst>
        </pc:picChg>
        <pc:picChg chg="add mod">
          <ac:chgData name="Haider Yesid Fonseca Najar" userId="73f9163c-41a4-46db-a396-54c94cc9cf95" providerId="ADAL" clId="{8AF7FC4C-CF9B-4A6B-AAD0-0DBF7EC8CD02}" dt="2026-09-30T11:04:32.942" v="397" actId="1076"/>
          <ac:picMkLst>
            <pc:docMk/>
            <pc:sldMk cId="0" sldId="263"/>
            <ac:picMk id="15" creationId="{A78B706B-E8B5-A22B-BB13-49FE006EA255}"/>
          </ac:picMkLst>
        </pc:picChg>
        <pc:picChg chg="add mod">
          <ac:chgData name="Haider Yesid Fonseca Najar" userId="73f9163c-41a4-46db-a396-54c94cc9cf95" providerId="ADAL" clId="{8AF7FC4C-CF9B-4A6B-AAD0-0DBF7EC8CD02}" dt="2026-09-30T11:06:01.820" v="402" actId="1076"/>
          <ac:picMkLst>
            <pc:docMk/>
            <pc:sldMk cId="0" sldId="263"/>
            <ac:picMk id="17" creationId="{BD44E3E2-6081-E1B0-F030-061FB359B834}"/>
          </ac:picMkLst>
        </pc:picChg>
      </pc:sldChg>
      <pc:sldChg chg="delSp modSp mod modShow">
        <pc:chgData name="Haider Yesid Fonseca Najar" userId="73f9163c-41a4-46db-a396-54c94cc9cf95" providerId="ADAL" clId="{8AF7FC4C-CF9B-4A6B-AAD0-0DBF7EC8CD02}" dt="2026-09-30T11:06:14.494" v="403" actId="729"/>
        <pc:sldMkLst>
          <pc:docMk/>
          <pc:sldMk cId="0" sldId="264"/>
        </pc:sldMkLst>
        <pc:spChg chg="del mod">
          <ac:chgData name="Haider Yesid Fonseca Najar" userId="73f9163c-41a4-46db-a396-54c94cc9cf95" providerId="ADAL" clId="{8AF7FC4C-CF9B-4A6B-AAD0-0DBF7EC8CD02}" dt="2026-09-30T10:20:58.410" v="355" actId="21"/>
          <ac:spMkLst>
            <pc:docMk/>
            <pc:sldMk cId="0" sldId="264"/>
            <ac:spMk id="5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0:20:21.264" v="350" actId="21"/>
          <ac:spMkLst>
            <pc:docMk/>
            <pc:sldMk cId="0" sldId="264"/>
            <ac:spMk id="7" creationId="{00000000-0000-0000-0000-000000000000}"/>
          </ac:spMkLst>
        </pc:spChg>
        <pc:picChg chg="del">
          <ac:chgData name="Haider Yesid Fonseca Najar" userId="73f9163c-41a4-46db-a396-54c94cc9cf95" providerId="ADAL" clId="{8AF7FC4C-CF9B-4A6B-AAD0-0DBF7EC8CD02}" dt="2026-09-30T10:19:51.646" v="345" actId="21"/>
          <ac:picMkLst>
            <pc:docMk/>
            <pc:sldMk cId="0" sldId="264"/>
            <ac:picMk id="6" creationId="{00000000-0000-0000-0000-000000000000}"/>
          </ac:picMkLst>
        </pc:picChg>
      </pc:sldChg>
      <pc:sldChg chg="modSp mod">
        <pc:chgData name="Haider Yesid Fonseca Najar" userId="73f9163c-41a4-46db-a396-54c94cc9cf95" providerId="ADAL" clId="{8AF7FC4C-CF9B-4A6B-AAD0-0DBF7EC8CD02}" dt="2026-09-30T11:38:09.253" v="554" actId="20577"/>
        <pc:sldMkLst>
          <pc:docMk/>
          <pc:sldMk cId="0" sldId="266"/>
        </pc:sldMkLst>
        <pc:spChg chg="mod">
          <ac:chgData name="Haider Yesid Fonseca Najar" userId="73f9163c-41a4-46db-a396-54c94cc9cf95" providerId="ADAL" clId="{8AF7FC4C-CF9B-4A6B-AAD0-0DBF7EC8CD02}" dt="2026-09-30T11:38:09.253" v="554" actId="20577"/>
          <ac:spMkLst>
            <pc:docMk/>
            <pc:sldMk cId="0" sldId="266"/>
            <ac:spMk id="6" creationId="{00000000-0000-0000-0000-000000000000}"/>
          </ac:spMkLst>
        </pc:spChg>
      </pc:sldChg>
      <pc:sldChg chg="modSp mod">
        <pc:chgData name="Haider Yesid Fonseca Najar" userId="73f9163c-41a4-46db-a396-54c94cc9cf95" providerId="ADAL" clId="{8AF7FC4C-CF9B-4A6B-AAD0-0DBF7EC8CD02}" dt="2026-09-30T11:32:32.046" v="539" actId="207"/>
        <pc:sldMkLst>
          <pc:docMk/>
          <pc:sldMk cId="0" sldId="268"/>
        </pc:sldMkLst>
        <pc:graphicFrameChg chg="mod modGraphic">
          <ac:chgData name="Haider Yesid Fonseca Najar" userId="73f9163c-41a4-46db-a396-54c94cc9cf95" providerId="ADAL" clId="{8AF7FC4C-CF9B-4A6B-AAD0-0DBF7EC8CD02}" dt="2026-09-30T11:32:32.046" v="539" actId="20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addSp delSp modSp add mod">
        <pc:chgData name="Haider Yesid Fonseca Najar" userId="73f9163c-41a4-46db-a396-54c94cc9cf95" providerId="ADAL" clId="{8AF7FC4C-CF9B-4A6B-AAD0-0DBF7EC8CD02}" dt="2026-09-30T09:09:10.843" v="208" actId="1076"/>
        <pc:sldMkLst>
          <pc:docMk/>
          <pc:sldMk cId="0" sldId="280"/>
        </pc:sldMkLst>
        <pc:spChg chg="mod">
          <ac:chgData name="Haider Yesid Fonseca Najar" userId="73f9163c-41a4-46db-a396-54c94cc9cf95" providerId="ADAL" clId="{8AF7FC4C-CF9B-4A6B-AAD0-0DBF7EC8CD02}" dt="2026-09-30T09:08:39.603" v="206" actId="1076"/>
          <ac:spMkLst>
            <pc:docMk/>
            <pc:sldMk cId="0" sldId="280"/>
            <ac:spMk id="2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09:08:45.543" v="207" actId="478"/>
          <ac:spMkLst>
            <pc:docMk/>
            <pc:sldMk cId="0" sldId="280"/>
            <ac:spMk id="3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09:08:04.483" v="203" actId="478"/>
          <ac:spMkLst>
            <pc:docMk/>
            <pc:sldMk cId="0" sldId="280"/>
            <ac:spMk id="4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09:08:04.483" v="203" actId="478"/>
          <ac:spMkLst>
            <pc:docMk/>
            <pc:sldMk cId="0" sldId="280"/>
            <ac:spMk id="5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09:08:04.483" v="203" actId="478"/>
          <ac:spMkLst>
            <pc:docMk/>
            <pc:sldMk cId="0" sldId="280"/>
            <ac:spMk id="6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8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9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0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2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3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4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5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6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8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09:09:10.843" v="208" actId="1076"/>
          <ac:spMkLst>
            <pc:docMk/>
            <pc:sldMk cId="0" sldId="280"/>
            <ac:spMk id="19" creationId="{00000000-0000-0000-0000-000000000000}"/>
          </ac:spMkLst>
        </pc:spChg>
        <pc:spChg chg="add">
          <ac:chgData name="Haider Yesid Fonseca Najar" userId="73f9163c-41a4-46db-a396-54c94cc9cf95" providerId="ADAL" clId="{8AF7FC4C-CF9B-4A6B-AAD0-0DBF7EC8CD02}" dt="2026-09-30T09:07:55.499" v="202" actId="22"/>
          <ac:spMkLst>
            <pc:docMk/>
            <pc:sldMk cId="0" sldId="280"/>
            <ac:spMk id="21" creationId="{684275A7-DFD2-28B9-ECEF-FE8EFABC9939}"/>
          </ac:spMkLst>
        </pc:spChg>
      </pc:sldChg>
      <pc:sldChg chg="delSp modSp add mod ord setBg">
        <pc:chgData name="Haider Yesid Fonseca Najar" userId="73f9163c-41a4-46db-a396-54c94cc9cf95" providerId="ADAL" clId="{8AF7FC4C-CF9B-4A6B-AAD0-0DBF7EC8CD02}" dt="2026-09-30T10:19:31.225" v="344" actId="1076"/>
        <pc:sldMkLst>
          <pc:docMk/>
          <pc:sldMk cId="1597860097" sldId="281"/>
        </pc:sldMkLst>
        <pc:spChg chg="mod">
          <ac:chgData name="Haider Yesid Fonseca Najar" userId="73f9163c-41a4-46db-a396-54c94cc9cf95" providerId="ADAL" clId="{8AF7FC4C-CF9B-4A6B-AAD0-0DBF7EC8CD02}" dt="2026-09-30T10:19:27.142" v="343" actId="1076"/>
          <ac:spMkLst>
            <pc:docMk/>
            <pc:sldMk cId="1597860097" sldId="281"/>
            <ac:spMk id="5" creationId="{C0BC99A4-8901-CBE8-2E61-2A361AAC380F}"/>
          </ac:spMkLst>
        </pc:spChg>
        <pc:spChg chg="del">
          <ac:chgData name="Haider Yesid Fonseca Najar" userId="73f9163c-41a4-46db-a396-54c94cc9cf95" providerId="ADAL" clId="{8AF7FC4C-CF9B-4A6B-AAD0-0DBF7EC8CD02}" dt="2026-09-30T10:18:52.906" v="337" actId="21"/>
          <ac:spMkLst>
            <pc:docMk/>
            <pc:sldMk cId="1597860097" sldId="281"/>
            <ac:spMk id="13" creationId="{D73C78FA-07B2-EEB8-2DD7-8D95FF40587D}"/>
          </ac:spMkLst>
        </pc:spChg>
        <pc:picChg chg="mod">
          <ac:chgData name="Haider Yesid Fonseca Najar" userId="73f9163c-41a4-46db-a396-54c94cc9cf95" providerId="ADAL" clId="{8AF7FC4C-CF9B-4A6B-AAD0-0DBF7EC8CD02}" dt="2026-09-30T10:19:31.225" v="344" actId="1076"/>
          <ac:picMkLst>
            <pc:docMk/>
            <pc:sldMk cId="1597860097" sldId="281"/>
            <ac:picMk id="11" creationId="{F1CAB12C-ED98-DD3A-788E-3CDB02F38FDA}"/>
          </ac:picMkLst>
        </pc:picChg>
        <pc:picChg chg="del">
          <ac:chgData name="Haider Yesid Fonseca Najar" userId="73f9163c-41a4-46db-a396-54c94cc9cf95" providerId="ADAL" clId="{8AF7FC4C-CF9B-4A6B-AAD0-0DBF7EC8CD02}" dt="2026-09-30T10:18:52.906" v="337" actId="21"/>
          <ac:picMkLst>
            <pc:docMk/>
            <pc:sldMk cId="1597860097" sldId="281"/>
            <ac:picMk id="15" creationId="{12033864-3AA0-EAC7-C22B-A63C65B815E5}"/>
          </ac:picMkLst>
        </pc:picChg>
      </pc:sldChg>
      <pc:sldChg chg="addSp delSp modSp add mod setBg">
        <pc:chgData name="Haider Yesid Fonseca Najar" userId="73f9163c-41a4-46db-a396-54c94cc9cf95" providerId="ADAL" clId="{8AF7FC4C-CF9B-4A6B-AAD0-0DBF7EC8CD02}" dt="2026-09-30T11:25:21.673" v="504"/>
        <pc:sldMkLst>
          <pc:docMk/>
          <pc:sldMk cId="1033862045" sldId="282"/>
        </pc:sldMkLst>
        <pc:spChg chg="mod">
          <ac:chgData name="Haider Yesid Fonseca Najar" userId="73f9163c-41a4-46db-a396-54c94cc9cf95" providerId="ADAL" clId="{8AF7FC4C-CF9B-4A6B-AAD0-0DBF7EC8CD02}" dt="2026-09-30T11:12:48.100" v="410" actId="1076"/>
          <ac:spMkLst>
            <pc:docMk/>
            <pc:sldMk cId="1033862045" sldId="282"/>
            <ac:spMk id="5" creationId="{466F8DCF-1949-C88A-DDBD-E20020E65EC5}"/>
          </ac:spMkLst>
        </pc:spChg>
        <pc:spChg chg="del">
          <ac:chgData name="Haider Yesid Fonseca Najar" userId="73f9163c-41a4-46db-a396-54c94cc9cf95" providerId="ADAL" clId="{8AF7FC4C-CF9B-4A6B-AAD0-0DBF7EC8CD02}" dt="2026-09-30T11:12:50.442" v="411" actId="478"/>
          <ac:spMkLst>
            <pc:docMk/>
            <pc:sldMk cId="1033862045" sldId="282"/>
            <ac:spMk id="6" creationId="{470D1FE6-5F5B-84A5-4D8F-B158F8F007AD}"/>
          </ac:spMkLst>
        </pc:spChg>
        <pc:spChg chg="del">
          <ac:chgData name="Haider Yesid Fonseca Najar" userId="73f9163c-41a4-46db-a396-54c94cc9cf95" providerId="ADAL" clId="{8AF7FC4C-CF9B-4A6B-AAD0-0DBF7EC8CD02}" dt="2026-09-30T11:12:10.688" v="405" actId="478"/>
          <ac:spMkLst>
            <pc:docMk/>
            <pc:sldMk cId="1033862045" sldId="282"/>
            <ac:spMk id="7" creationId="{BA8760DA-1D35-9F04-B614-FC647515C089}"/>
          </ac:spMkLst>
        </pc:spChg>
        <pc:spChg chg="del">
          <ac:chgData name="Haider Yesid Fonseca Najar" userId="73f9163c-41a4-46db-a396-54c94cc9cf95" providerId="ADAL" clId="{8AF7FC4C-CF9B-4A6B-AAD0-0DBF7EC8CD02}" dt="2026-09-30T11:12:24.104" v="409" actId="478"/>
          <ac:spMkLst>
            <pc:docMk/>
            <pc:sldMk cId="1033862045" sldId="282"/>
            <ac:spMk id="8" creationId="{7EBE5151-C6A2-A542-1A0D-5795F08A0260}"/>
          </ac:spMkLst>
        </pc:spChg>
        <pc:spChg chg="del">
          <ac:chgData name="Haider Yesid Fonseca Najar" userId="73f9163c-41a4-46db-a396-54c94cc9cf95" providerId="ADAL" clId="{8AF7FC4C-CF9B-4A6B-AAD0-0DBF7EC8CD02}" dt="2026-09-30T11:12:10.688" v="405" actId="478"/>
          <ac:spMkLst>
            <pc:docMk/>
            <pc:sldMk cId="1033862045" sldId="282"/>
            <ac:spMk id="9" creationId="{621CB7F9-3834-3E4A-D509-62A236E184A7}"/>
          </ac:spMkLst>
        </pc:spChg>
        <pc:spChg chg="del">
          <ac:chgData name="Haider Yesid Fonseca Najar" userId="73f9163c-41a4-46db-a396-54c94cc9cf95" providerId="ADAL" clId="{8AF7FC4C-CF9B-4A6B-AAD0-0DBF7EC8CD02}" dt="2026-09-30T11:12:13.744" v="406" actId="478"/>
          <ac:spMkLst>
            <pc:docMk/>
            <pc:sldMk cId="1033862045" sldId="282"/>
            <ac:spMk id="10" creationId="{E8E27BC0-0E5D-B098-244F-D94B313C2148}"/>
          </ac:spMkLst>
        </pc:spChg>
        <pc:spChg chg="del">
          <ac:chgData name="Haider Yesid Fonseca Najar" userId="73f9163c-41a4-46db-a396-54c94cc9cf95" providerId="ADAL" clId="{8AF7FC4C-CF9B-4A6B-AAD0-0DBF7EC8CD02}" dt="2026-09-30T11:12:10.688" v="405" actId="478"/>
          <ac:spMkLst>
            <pc:docMk/>
            <pc:sldMk cId="1033862045" sldId="282"/>
            <ac:spMk id="11" creationId="{68F088C5-BC29-ADC5-F811-FFC6B43E8B3E}"/>
          </ac:spMkLst>
        </pc:spChg>
        <pc:spChg chg="del">
          <ac:chgData name="Haider Yesid Fonseca Najar" userId="73f9163c-41a4-46db-a396-54c94cc9cf95" providerId="ADAL" clId="{8AF7FC4C-CF9B-4A6B-AAD0-0DBF7EC8CD02}" dt="2026-09-30T11:12:13.744" v="406" actId="478"/>
          <ac:spMkLst>
            <pc:docMk/>
            <pc:sldMk cId="1033862045" sldId="282"/>
            <ac:spMk id="12" creationId="{ADDE6F19-AC9A-9956-0AEA-DF22D01FFD89}"/>
          </ac:spMkLst>
        </pc:spChg>
        <pc:spChg chg="del mod">
          <ac:chgData name="Haider Yesid Fonseca Najar" userId="73f9163c-41a4-46db-a396-54c94cc9cf95" providerId="ADAL" clId="{8AF7FC4C-CF9B-4A6B-AAD0-0DBF7EC8CD02}" dt="2026-09-30T11:12:19.969" v="408" actId="478"/>
          <ac:spMkLst>
            <pc:docMk/>
            <pc:sldMk cId="1033862045" sldId="282"/>
            <ac:spMk id="13" creationId="{AB75BC61-A958-BCE0-F64A-68003B211F3F}"/>
          </ac:spMkLst>
        </pc:spChg>
        <pc:spChg chg="add mod">
          <ac:chgData name="Haider Yesid Fonseca Najar" userId="73f9163c-41a4-46db-a396-54c94cc9cf95" providerId="ADAL" clId="{8AF7FC4C-CF9B-4A6B-AAD0-0DBF7EC8CD02}" dt="2026-09-30T11:25:21.673" v="504"/>
          <ac:spMkLst>
            <pc:docMk/>
            <pc:sldMk cId="1033862045" sldId="282"/>
            <ac:spMk id="15" creationId="{707E715D-6031-9E12-A99E-E3C210B50955}"/>
          </ac:spMkLst>
        </pc:spChg>
      </pc:sldChg>
      <pc:sldChg chg="addSp delSp modSp add mod">
        <pc:chgData name="Haider Yesid Fonseca Najar" userId="73f9163c-41a4-46db-a396-54c94cc9cf95" providerId="ADAL" clId="{8AF7FC4C-CF9B-4A6B-AAD0-0DBF7EC8CD02}" dt="2026-09-30T11:32:49.514" v="541" actId="207"/>
        <pc:sldMkLst>
          <pc:docMk/>
          <pc:sldMk cId="256164916" sldId="283"/>
        </pc:sldMkLst>
        <pc:spChg chg="mod">
          <ac:chgData name="Haider Yesid Fonseca Najar" userId="73f9163c-41a4-46db-a396-54c94cc9cf95" providerId="ADAL" clId="{8AF7FC4C-CF9B-4A6B-AAD0-0DBF7EC8CD02}" dt="2026-09-30T11:25:56.123" v="509"/>
          <ac:spMkLst>
            <pc:docMk/>
            <pc:sldMk cId="256164916" sldId="283"/>
            <ac:spMk id="2" creationId="{5E29C245-86DD-5941-2A71-8CDD18E23A44}"/>
          </ac:spMkLst>
        </pc:spChg>
        <pc:spChg chg="del mod">
          <ac:chgData name="Haider Yesid Fonseca Najar" userId="73f9163c-41a4-46db-a396-54c94cc9cf95" providerId="ADAL" clId="{8AF7FC4C-CF9B-4A6B-AAD0-0DBF7EC8CD02}" dt="2026-09-30T11:26:18.666" v="512" actId="478"/>
          <ac:spMkLst>
            <pc:docMk/>
            <pc:sldMk cId="256164916" sldId="283"/>
            <ac:spMk id="5" creationId="{569C2C2F-650E-0354-6832-F73418346165}"/>
          </ac:spMkLst>
        </pc:spChg>
        <pc:spChg chg="del">
          <ac:chgData name="Haider Yesid Fonseca Najar" userId="73f9163c-41a4-46db-a396-54c94cc9cf95" providerId="ADAL" clId="{8AF7FC4C-CF9B-4A6B-AAD0-0DBF7EC8CD02}" dt="2026-09-30T11:26:14.960" v="511" actId="478"/>
          <ac:spMkLst>
            <pc:docMk/>
            <pc:sldMk cId="256164916" sldId="283"/>
            <ac:spMk id="15" creationId="{FA50F7F1-E1C8-809C-3774-3B81FFC94306}"/>
          </ac:spMkLst>
        </pc:spChg>
        <pc:graphicFrameChg chg="add mod modGraphic">
          <ac:chgData name="Haider Yesid Fonseca Najar" userId="73f9163c-41a4-46db-a396-54c94cc9cf95" providerId="ADAL" clId="{8AF7FC4C-CF9B-4A6B-AAD0-0DBF7EC8CD02}" dt="2026-09-30T11:32:49.514" v="541" actId="207"/>
          <ac:graphicFrameMkLst>
            <pc:docMk/>
            <pc:sldMk cId="256164916" sldId="283"/>
            <ac:graphicFrameMk id="6" creationId="{ECBEE405-B79E-9061-1C21-7DF936D240A1}"/>
          </ac:graphicFrameMkLst>
        </pc:graphicFrameChg>
      </pc:sldChg>
      <pc:sldChg chg="new del">
        <pc:chgData name="Haider Yesid Fonseca Najar" userId="73f9163c-41a4-46db-a396-54c94cc9cf95" providerId="ADAL" clId="{8AF7FC4C-CF9B-4A6B-AAD0-0DBF7EC8CD02}" dt="2026-09-30T11:25:38.024" v="506" actId="680"/>
        <pc:sldMkLst>
          <pc:docMk/>
          <pc:sldMk cId="3608171407" sldId="283"/>
        </pc:sldMkLst>
      </pc:sldChg>
      <pc:sldChg chg="addSp delSp modSp add del mod ord">
        <pc:chgData name="Haider Yesid Fonseca Najar" userId="73f9163c-41a4-46db-a396-54c94cc9cf95" providerId="ADAL" clId="{8AF7FC4C-CF9B-4A6B-AAD0-0DBF7EC8CD02}" dt="2026-09-30T11:42:24.877" v="580" actId="47"/>
        <pc:sldMkLst>
          <pc:docMk/>
          <pc:sldMk cId="0" sldId="284"/>
        </pc:sldMkLst>
        <pc:spChg chg="del mod">
          <ac:chgData name="Haider Yesid Fonseca Najar" userId="73f9163c-41a4-46db-a396-54c94cc9cf95" providerId="ADAL" clId="{8AF7FC4C-CF9B-4A6B-AAD0-0DBF7EC8CD02}" dt="2026-09-30T11:41:49.150" v="571"/>
          <ac:spMkLst>
            <pc:docMk/>
            <pc:sldMk cId="0" sldId="284"/>
            <ac:spMk id="2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2:21.981" v="579" actId="6549"/>
          <ac:spMkLst>
            <pc:docMk/>
            <pc:sldMk cId="0" sldId="284"/>
            <ac:spMk id="7" creationId="{00000000-0000-0000-0000-000000000000}"/>
          </ac:spMkLst>
        </pc:spChg>
        <pc:spChg chg="del">
          <ac:chgData name="Haider Yesid Fonseca Najar" userId="73f9163c-41a4-46db-a396-54c94cc9cf95" providerId="ADAL" clId="{8AF7FC4C-CF9B-4A6B-AAD0-0DBF7EC8CD02}" dt="2026-09-30T11:41:10.049" v="561" actId="21"/>
          <ac:spMkLst>
            <pc:docMk/>
            <pc:sldMk cId="0" sldId="284"/>
            <ac:spMk id="9" creationId="{00000000-0000-0000-0000-000000000000}"/>
          </ac:spMkLst>
        </pc:spChg>
        <pc:spChg chg="del mod">
          <ac:chgData name="Haider Yesid Fonseca Najar" userId="73f9163c-41a4-46db-a396-54c94cc9cf95" providerId="ADAL" clId="{8AF7FC4C-CF9B-4A6B-AAD0-0DBF7EC8CD02}" dt="2026-09-30T11:40:55.405" v="559"/>
          <ac:spMkLst>
            <pc:docMk/>
            <pc:sldMk cId="0" sldId="284"/>
            <ac:spMk id="10" creationId="{00000000-0000-0000-0000-000000000000}"/>
          </ac:spMkLst>
        </pc:spChg>
        <pc:graphicFrameChg chg="add del modGraphic">
          <ac:chgData name="Haider Yesid Fonseca Najar" userId="73f9163c-41a4-46db-a396-54c94cc9cf95" providerId="ADAL" clId="{8AF7FC4C-CF9B-4A6B-AAD0-0DBF7EC8CD02}" dt="2026-09-30T11:41:27.644" v="567" actId="27309"/>
          <ac:graphicFrameMkLst>
            <pc:docMk/>
            <pc:sldMk cId="0" sldId="284"/>
            <ac:graphicFrameMk id="15" creationId="{23B33589-705B-8B60-AB53-4D17AB8260DC}"/>
          </ac:graphicFrameMkLst>
        </pc:graphicFrameChg>
      </pc:sldChg>
      <pc:sldChg chg="addSp modSp add mod">
        <pc:chgData name="Haider Yesid Fonseca Najar" userId="73f9163c-41a4-46db-a396-54c94cc9cf95" providerId="ADAL" clId="{8AF7FC4C-CF9B-4A6B-AAD0-0DBF7EC8CD02}" dt="2026-09-30T11:43:05.692" v="591" actId="1076"/>
        <pc:sldMkLst>
          <pc:docMk/>
          <pc:sldMk cId="0" sldId="285"/>
        </pc:sldMkLst>
        <pc:spChg chg="mod">
          <ac:chgData name="Haider Yesid Fonseca Najar" userId="73f9163c-41a4-46db-a396-54c94cc9cf95" providerId="ADAL" clId="{8AF7FC4C-CF9B-4A6B-AAD0-0DBF7EC8CD02}" dt="2026-09-30T11:43:05.692" v="591" actId="1076"/>
          <ac:spMkLst>
            <pc:docMk/>
            <pc:sldMk cId="0" sldId="285"/>
            <ac:spMk id="2" creationId="{00000000-0000-0000-0000-000000000000}"/>
          </ac:spMkLst>
        </pc:spChg>
        <pc:spChg chg="mod">
          <ac:chgData name="Haider Yesid Fonseca Najar" userId="73f9163c-41a4-46db-a396-54c94cc9cf95" providerId="ADAL" clId="{8AF7FC4C-CF9B-4A6B-AAD0-0DBF7EC8CD02}" dt="2026-09-30T11:41:17.953" v="563" actId="1076"/>
          <ac:spMkLst>
            <pc:docMk/>
            <pc:sldMk cId="0" sldId="285"/>
            <ac:spMk id="7" creationId="{00000000-0000-0000-0000-000000000000}"/>
          </ac:spMkLst>
        </pc:spChg>
        <pc:spChg chg="add">
          <ac:chgData name="Haider Yesid Fonseca Najar" userId="73f9163c-41a4-46db-a396-54c94cc9cf95" providerId="ADAL" clId="{8AF7FC4C-CF9B-4A6B-AAD0-0DBF7EC8CD02}" dt="2026-09-30T11:41:12.532" v="562" actId="22"/>
          <ac:spMkLst>
            <pc:docMk/>
            <pc:sldMk cId="0" sldId="285"/>
            <ac:spMk id="12" creationId="{0B8A0DB8-1BAA-AD7F-21F6-C8458FA06608}"/>
          </ac:spMkLst>
        </pc:spChg>
        <pc:spChg chg="add">
          <ac:chgData name="Haider Yesid Fonseca Najar" userId="73f9163c-41a4-46db-a396-54c94cc9cf95" providerId="ADAL" clId="{8AF7FC4C-CF9B-4A6B-AAD0-0DBF7EC8CD02}" dt="2026-09-30T11:42:34.367" v="581" actId="22"/>
          <ac:spMkLst>
            <pc:docMk/>
            <pc:sldMk cId="0" sldId="285"/>
            <ac:spMk id="14" creationId="{E70D8DA6-3083-ABF8-BCEC-E2B6212669FA}"/>
          </ac:spMkLst>
        </pc:spChg>
      </pc:sldChg>
      <pc:sldChg chg="addSp add mod">
        <pc:chgData name="Haider Yesid Fonseca Najar" userId="73f9163c-41a4-46db-a396-54c94cc9cf95" providerId="ADAL" clId="{8AF7FC4C-CF9B-4A6B-AAD0-0DBF7EC8CD02}" dt="2026-09-30T11:42:39.947" v="583" actId="22"/>
        <pc:sldMkLst>
          <pc:docMk/>
          <pc:sldMk cId="0" sldId="286"/>
        </pc:sldMkLst>
        <pc:spChg chg="add">
          <ac:chgData name="Haider Yesid Fonseca Najar" userId="73f9163c-41a4-46db-a396-54c94cc9cf95" providerId="ADAL" clId="{8AF7FC4C-CF9B-4A6B-AAD0-0DBF7EC8CD02}" dt="2026-09-30T11:42:39.947" v="583" actId="22"/>
          <ac:spMkLst>
            <pc:docMk/>
            <pc:sldMk cId="0" sldId="286"/>
            <ac:spMk id="13" creationId="{03E4E5A5-F8CB-FA45-60F0-AFC950333B79}"/>
          </ac:spMkLst>
        </pc:spChg>
      </pc:sldChg>
      <pc:sldChg chg="addSp add mod">
        <pc:chgData name="Haider Yesid Fonseca Najar" userId="73f9163c-41a4-46db-a396-54c94cc9cf95" providerId="ADAL" clId="{8AF7FC4C-CF9B-4A6B-AAD0-0DBF7EC8CD02}" dt="2026-09-30T11:42:41.981" v="584" actId="22"/>
        <pc:sldMkLst>
          <pc:docMk/>
          <pc:sldMk cId="0" sldId="287"/>
        </pc:sldMkLst>
        <pc:spChg chg="add">
          <ac:chgData name="Haider Yesid Fonseca Najar" userId="73f9163c-41a4-46db-a396-54c94cc9cf95" providerId="ADAL" clId="{8AF7FC4C-CF9B-4A6B-AAD0-0DBF7EC8CD02}" dt="2026-09-30T11:42:41.981" v="584" actId="22"/>
          <ac:spMkLst>
            <pc:docMk/>
            <pc:sldMk cId="0" sldId="287"/>
            <ac:spMk id="14" creationId="{08F33698-C2CC-9C4C-D2DF-5665FBAE8ABF}"/>
          </ac:spMkLst>
        </pc:spChg>
      </pc:sldChg>
      <pc:sldChg chg="addSp modSp add mod">
        <pc:chgData name="Haider Yesid Fonseca Najar" userId="73f9163c-41a4-46db-a396-54c94cc9cf95" providerId="ADAL" clId="{8AF7FC4C-CF9B-4A6B-AAD0-0DBF7EC8CD02}" dt="2026-09-30T11:43:12.978" v="592" actId="108"/>
        <pc:sldMkLst>
          <pc:docMk/>
          <pc:sldMk cId="3262606110" sldId="288"/>
        </pc:sldMkLst>
        <pc:spChg chg="mod">
          <ac:chgData name="Haider Yesid Fonseca Najar" userId="73f9163c-41a4-46db-a396-54c94cc9cf95" providerId="ADAL" clId="{8AF7FC4C-CF9B-4A6B-AAD0-0DBF7EC8CD02}" dt="2026-09-30T11:43:12.978" v="592" actId="108"/>
          <ac:spMkLst>
            <pc:docMk/>
            <pc:sldMk cId="3262606110" sldId="288"/>
            <ac:spMk id="2" creationId="{54486890-4872-B6DD-E3B0-B48655DB3596}"/>
          </ac:spMkLst>
        </pc:spChg>
        <pc:spChg chg="add">
          <ac:chgData name="Haider Yesid Fonseca Najar" userId="73f9163c-41a4-46db-a396-54c94cc9cf95" providerId="ADAL" clId="{8AF7FC4C-CF9B-4A6B-AAD0-0DBF7EC8CD02}" dt="2026-09-30T11:42:37.824" v="582" actId="22"/>
          <ac:spMkLst>
            <pc:docMk/>
            <pc:sldMk cId="3262606110" sldId="288"/>
            <ac:spMk id="12" creationId="{D956E347-1AA2-C05C-6C30-FC24DC6DFDE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H0 mean wait</c:v>
                </c:pt>
              </c:strCache>
            </c:strRef>
          </c:tx>
          <c:spPr>
            <a:ln w="38100" cap="flat">
              <a:solidFill>
                <a:srgbClr val="AEB0B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EB0B3"/>
              </a:solidFill>
              <a:ln w="9525" cap="flat">
                <a:solidFill>
                  <a:srgbClr val="AEB0B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4</c:v>
                </c:pt>
                <c:pt idx="1">
                  <c:v>8</c:v>
                </c:pt>
                <c:pt idx="2">
                  <c:v>12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73.900000000000006</c:v>
                </c:pt>
                <c:pt idx="1">
                  <c:v>12</c:v>
                </c:pt>
                <c:pt idx="2">
                  <c:v>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44-4F2D-9EFD-45833C6E57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H3 mean wait</c:v>
                </c:pt>
              </c:strCache>
            </c:strRef>
          </c:tx>
          <c:spPr>
            <a:ln w="38100" cap="flat">
              <a:solidFill>
                <a:srgbClr val="3A5A7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A5A78"/>
              </a:solidFill>
              <a:ln w="9525" cap="flat">
                <a:solidFill>
                  <a:srgbClr val="3A5A7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4</c:v>
                </c:pt>
                <c:pt idx="1">
                  <c:v>8</c:v>
                </c:pt>
                <c:pt idx="2">
                  <c:v>12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72.900000000000006</c:v>
                </c:pt>
                <c:pt idx="1">
                  <c:v>10.6</c:v>
                </c:pt>
                <c:pt idx="2">
                  <c:v>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544-4F2D-9EFD-45833C6E57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E6E6E"/>
                    </a:solidFill>
                    <a:latin typeface="Arial"/>
                  </a:defRPr>
                </a:pPr>
                <a:r>
                  <a:rPr lang="es-CO" b="0" i="0" u="none" strike="noStrike">
                    <a:solidFill>
                      <a:srgbClr val="6E6E6E"/>
                    </a:solidFill>
                    <a:latin typeface="Arial"/>
                  </a:rPr>
                  <a:t>number of boats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E6E6E"/>
                    </a:solidFill>
                    <a:latin typeface="Arial"/>
                  </a:defRPr>
                </a:pPr>
                <a:r>
                  <a:rPr lang="es-CO" b="0" i="0" u="none" strike="noStrike">
                    <a:solidFill>
                      <a:srgbClr val="6E6E6E"/>
                    </a:solidFill>
                    <a:latin typeface="Arial"/>
                  </a:rPr>
                  <a:t>mean wait (min)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307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A59E9-747C-AB1D-D1FA-BE3BEEF96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B149A-144C-34B6-E614-D95B42242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88388-99F1-8BBC-4826-C306189F8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986-E244-C483-1139-3B7384FC3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466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53F85-B0FD-557D-BE63-BF913ADB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07D74-0132-916C-BC00-31FD7A58F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79D9A-ED96-9715-AD0D-8E2CC7D71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0BB73-8F0E-E2A4-58C4-3AA335BE78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46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B5F60-9F8C-2712-5CA3-BDE7E400A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5A48B-D362-8B7E-0E1A-01651FBA9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54D69-1333-0430-76D6-27972721A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EBFE1-41D2-8421-73D4-CC812D9A7A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624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50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gi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Schedule-free autonomous boats in Bergen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3291840"/>
            <a:ext cx="3840480" cy="0"/>
          </a:xfrm>
          <a:prstGeom prst="line">
            <a:avLst/>
          </a:prstGeom>
          <a:noFill/>
          <a:ln w="2540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 heuristics and reinforcement learning for real-time on-demand fleet operation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NHH  .  Supervisors: J. C. Goez, S. W. Wallace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Bergen is fragmented by water. 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boats could link points that are close by water but far by road, with no driver and no timetable.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study the real-time operation of such a service over four points: Kleppesto, Laksevag, Bryggen, Sandviken.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Passengers state where they want to arrive. The system decides, every 2 minutes, how the boats move.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endParaRPr lang="en-US" sz="2000" dirty="0">
              <a:solidFill>
                <a:srgbClr val="262626"/>
              </a:solidFill>
              <a:latin typeface="Georgia" pitchFamily="34" charset="0"/>
            </a:endParaRP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question: if on-demand water transport were deployed, which operating method gives the best service. We compare a dispatch heuristic against a learned (RL) policy.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work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 and Wallace (2021). Autonomous water taxis in Bergen. Static location, fleet and routing. DOI 10.1016/j.tre.2021.102456.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Braathen, Goez and Guajardo (2024). Autonomous ferries under labour rules. Static weekly plan. DOI 10.1016/j.martra.2024.100115.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Sanchez-Martinez et al. (2017). Schedule-free high-frequency transit. The operating idea behind this work.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4241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Setup: parameters and assumptions.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navigable routing.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demand model.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simulator (the operating environment) and metrics.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 heuristics H0 to H3, and results.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Fleet-size sensitivity.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reinforcement-learning model and reward design.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and comparison of all methods.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4865" y="337209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262626"/>
                </a:solidFill>
                <a:latin typeface="Georgia" pitchFamily="34" charset="0"/>
              </a:rPr>
              <a:t>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39"/>
            <a:ext cx="2377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Georgia" panose="020405020504050203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258567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41414"/>
                </a:solidFill>
                <a:latin typeface="Georgia" panose="02040502050405020303" pitchFamily="18" charset="0"/>
              </a:rPr>
              <a:t>1. Geography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24327"/>
            <a:ext cx="2103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Georgia" panose="02040502050405020303" pitchFamily="18" charset="0"/>
              </a:rPr>
              <a:t>4 demand nodes
Water-based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48839"/>
            <a:ext cx="2377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Georgia" panose="02040502050405020303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66160" y="2258567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41414"/>
                </a:solidFill>
                <a:latin typeface="Georgia" panose="02040502050405020303" pitchFamily="18" charset="0"/>
              </a:rPr>
              <a:t>2.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24327"/>
            <a:ext cx="2103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Georgia" panose="02040502050405020303" pitchFamily="18" charset="0"/>
              </a:rPr>
              <a:t>OD intensity
Time-varying arrivals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48839"/>
            <a:ext cx="2377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Georgia" panose="020405020504050203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2258567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41414"/>
                </a:solidFill>
                <a:latin typeface="Georgia" panose="02040502050405020303" pitchFamily="18" charset="0"/>
              </a:rPr>
              <a:t>3. 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24327"/>
            <a:ext cx="2103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Georgia" panose="02040502050405020303" pitchFamily="18" charset="0"/>
              </a:rPr>
              <a:t>2-min steps
Queues + boats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148839"/>
            <a:ext cx="2377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Georgia" panose="02040502050405020303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35440" y="2258567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41414"/>
                </a:solidFill>
                <a:latin typeface="Georgia" panose="02040502050405020303" pitchFamily="18" charset="0"/>
              </a:rPr>
              <a:t>4.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24327"/>
            <a:ext cx="2103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64646"/>
                </a:solidFill>
                <a:latin typeface="Georgia" panose="02040502050405020303" pitchFamily="18" charset="0"/>
              </a:rPr>
              <a:t>H0–H3
PPO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754878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1414"/>
                </a:solidFill>
                <a:latin typeface="Georgia" panose="02040502050405020303" pitchFamily="18" charset="0"/>
              </a:rPr>
              <a:t>Same simulator • same demand • same metrics</a:t>
            </a:r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684275A7-DFD2-28B9-ECEF-FE8EFABC9939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Setup: parameters and assumptions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21994"/>
              </p:ext>
            </p:extLst>
          </p:nvPr>
        </p:nvGraphicFramePr>
        <p:xfrm>
          <a:off x="731520" y="1280160"/>
          <a:ext cx="10698480" cy="3657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Item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Value / assumption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Network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 points, direct point-to-point trips (no multi-stop routes yet)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Time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full day 06:00 to 24:00, decisions every 2 minutes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Boat speed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30 km/h - 16 </a:t>
                      </a:r>
                      <a:r>
                        <a:rPr lang="en-US" sz="1300" dirty="0" err="1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nudos</a:t>
                      </a: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(design value)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Fleet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swept 4 to 16 boats; capacity 30 per boat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Demand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synthetic, anchored in SSB data, reference = 10% of catchment population (about 8,000 trips/day)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Passengers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They wait until served (no abandonment)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Objective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minimise passengers' time in the system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1. Navigable routing: method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52120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FontTx/>
              <a:buChar char="•"/>
            </a:pPr>
            <a:r>
              <a:rPr lang="es-CO" sz="1400" dirty="0" err="1">
                <a:solidFill>
                  <a:srgbClr val="262626"/>
                </a:solidFill>
                <a:latin typeface="Georgia" pitchFamily="34" charset="0"/>
              </a:rPr>
              <a:t>Bryggen</a:t>
            </a:r>
            <a:r>
              <a:rPr lang="es-CO" sz="1400" dirty="0">
                <a:solidFill>
                  <a:srgbClr val="262626"/>
                </a:solidFill>
                <a:latin typeface="Georgia" pitchFamily="34" charset="0"/>
              </a:rPr>
              <a:t>, </a:t>
            </a:r>
            <a:r>
              <a:rPr lang="es-CO" sz="1400" dirty="0" err="1">
                <a:solidFill>
                  <a:srgbClr val="262626"/>
                </a:solidFill>
                <a:latin typeface="Georgia" pitchFamily="34" charset="0"/>
              </a:rPr>
              <a:t>Kleppestø</a:t>
            </a:r>
            <a:r>
              <a:rPr lang="es-CO" sz="1400" dirty="0">
                <a:solidFill>
                  <a:srgbClr val="262626"/>
                </a:solidFill>
                <a:latin typeface="Georgia" pitchFamily="34" charset="0"/>
              </a:rPr>
              <a:t>, </a:t>
            </a:r>
            <a:r>
              <a:rPr lang="es-CO" sz="1400" dirty="0" err="1">
                <a:solidFill>
                  <a:srgbClr val="262626"/>
                </a:solidFill>
                <a:latin typeface="Georgia" pitchFamily="34" charset="0"/>
              </a:rPr>
              <a:t>Laksevåg</a:t>
            </a:r>
            <a:r>
              <a:rPr lang="es-CO" sz="1400" dirty="0">
                <a:solidFill>
                  <a:srgbClr val="262626"/>
                </a:solidFill>
                <a:latin typeface="Georgia" pitchFamily="34" charset="0"/>
              </a:rPr>
              <a:t> and </a:t>
            </a:r>
            <a:r>
              <a:rPr lang="es-CO" sz="1400" dirty="0" err="1">
                <a:solidFill>
                  <a:srgbClr val="262626"/>
                </a:solidFill>
                <a:latin typeface="Georgia" pitchFamily="34" charset="0"/>
              </a:rPr>
              <a:t>Sandviken</a:t>
            </a:r>
            <a:r>
              <a:rPr lang="es-CO" sz="1400" dirty="0">
                <a:solidFill>
                  <a:srgbClr val="262626"/>
                </a:solidFill>
                <a:latin typeface="Georgia" pitchFamily="34" charset="0"/>
              </a:rPr>
              <a:t>.</a:t>
            </a:r>
            <a:endParaRPr lang="en-US" sz="1400" dirty="0">
              <a:solidFill>
                <a:srgbClr val="262626"/>
              </a:solidFill>
              <a:latin typeface="Georgia" pitchFamily="34" charset="0"/>
            </a:endParaRP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Straight lines between points cross land. A boat must go around the coast.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water/land mask is built from map tiles, classifying each pixel.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water pixel is a graph node, linked only to water </a:t>
            </a:r>
            <a:r>
              <a:rPr lang="en-US" sz="1400" dirty="0" err="1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neighbours</a:t>
            </a: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400" dirty="0"/>
          </a:p>
        </p:txBody>
      </p:sp>
      <p:pic>
        <p:nvPicPr>
          <p:cNvPr id="6" name="Image 0" descr="/home/claude/f2/mapa_mascara_agu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3" y="1234440"/>
            <a:ext cx="5618074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0" y="58064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Water/land mask over Bergen</a:t>
            </a:r>
            <a:endParaRPr lang="en-US" sz="110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32AFC20D-FDB2-038F-DC2D-5BB0B985F786}"/>
              </a:ext>
            </a:extLst>
          </p:cNvPr>
          <p:cNvSpPr/>
          <p:nvPr/>
        </p:nvSpPr>
        <p:spPr>
          <a:xfrm>
            <a:off x="837409" y="3360753"/>
            <a:ext cx="4817422" cy="2994327"/>
          </a:xfrm>
          <a:custGeom>
            <a:avLst/>
            <a:gdLst/>
            <a:ahLst/>
            <a:cxnLst/>
            <a:rect l="l" t="t" r="r" b="b"/>
            <a:pathLst>
              <a:path w="8494461" h="5165694">
                <a:moveTo>
                  <a:pt x="0" y="0"/>
                </a:moveTo>
                <a:lnTo>
                  <a:pt x="8494461" y="0"/>
                </a:lnTo>
                <a:lnTo>
                  <a:pt x="8494461" y="5165694"/>
                </a:lnTo>
                <a:lnTo>
                  <a:pt x="0" y="5165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1. Result and calibration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/home/claude/f2/mapa_rutas_navega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0963"/>
            <a:ext cx="5760720" cy="34703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440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Navigable routes between the four points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92240" y="1280160"/>
            <a:ext cx="51206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 finds the shortest path that never crosses land.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</a:rPr>
              <a:t>Final configuration uses 30 km/h effective speed.</a:t>
            </a:r>
            <a:endParaRPr lang="en-US" sz="1400" dirty="0">
              <a:solidFill>
                <a:srgbClr val="262626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>
              <a:lnSpc>
                <a:spcPct val="112000"/>
              </a:lnSpc>
              <a:spcAft>
                <a:spcPts val="700"/>
              </a:spcAft>
              <a:buSzPct val="100000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output is a travel-time matrix in minutes, used by every later stage.</a:t>
            </a:r>
            <a:endParaRPr lang="en-US" sz="1400" dirty="0"/>
          </a:p>
        </p:txBody>
      </p:sp>
      <p:pic>
        <p:nvPicPr>
          <p:cNvPr id="8" name="Image 1" descr="/home/claude/f2/heatmap_tiempos_navegab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583180"/>
            <a:ext cx="3741725" cy="3017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568071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Travel-time matrix (minutes)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FB34B-9900-DC9D-74A9-38C1D4953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2E5E5A-1608-B185-B198-572A30EF1D1D}"/>
              </a:ext>
            </a:extLst>
          </p:cNvPr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2. Demand model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132189-18DB-0C1A-48E3-DBBC79314298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3AC640E-80D6-CFB3-7FAA-C53B7E482719}"/>
              </a:ext>
            </a:extLst>
          </p:cNvPr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BC99A4-8901-CBE8-2E61-2A361AAC380F}"/>
              </a:ext>
            </a:extLst>
          </p:cNvPr>
          <p:cNvSpPr/>
          <p:nvPr/>
        </p:nvSpPr>
        <p:spPr>
          <a:xfrm>
            <a:off x="658368" y="1852278"/>
            <a:ext cx="55778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real demand exists, so it is generated, but anchored in open data.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Around each point we take the real statistical zones it serves, and read residents and jobs per zone from SSB.</a:t>
            </a:r>
          </a:p>
          <a:p>
            <a:pPr>
              <a:lnSpc>
                <a:spcPct val="112000"/>
              </a:lnSpc>
              <a:spcAft>
                <a:spcPts val="700"/>
              </a:spcAft>
              <a:buSzPct val="100000"/>
            </a:pPr>
            <a:endParaRPr lang="en-US" sz="1400" dirty="0"/>
          </a:p>
          <a:p>
            <a:pPr>
              <a:lnSpc>
                <a:spcPct val="112000"/>
              </a:lnSpc>
              <a:spcAft>
                <a:spcPts val="700"/>
              </a:spcAft>
              <a:buSzPct val="100000"/>
            </a:pPr>
            <a:endParaRPr lang="en-US" sz="1400" dirty="0"/>
          </a:p>
          <a:p>
            <a:pPr>
              <a:lnSpc>
                <a:spcPct val="112000"/>
              </a:lnSpc>
              <a:spcAft>
                <a:spcPts val="700"/>
              </a:spcAft>
              <a:buSzPct val="100000"/>
            </a:pPr>
            <a:endParaRPr lang="en-US" sz="1400" dirty="0"/>
          </a:p>
          <a:p>
            <a:pPr>
              <a:lnSpc>
                <a:spcPct val="112000"/>
              </a:lnSpc>
              <a:spcAft>
                <a:spcPts val="700"/>
              </a:spcAft>
              <a:buSzPct val="100000"/>
            </a:pPr>
            <a:endParaRPr lang="en-US" sz="1400" dirty="0"/>
          </a:p>
          <a:p>
            <a:pPr>
              <a:lnSpc>
                <a:spcPct val="112000"/>
              </a:lnSpc>
              <a:spcAft>
                <a:spcPts val="700"/>
              </a:spcAft>
              <a:buSzPct val="100000"/>
            </a:pPr>
            <a:endParaRPr lang="en-US" sz="1400" dirty="0"/>
          </a:p>
        </p:txBody>
      </p:sp>
      <p:pic>
        <p:nvPicPr>
          <p:cNvPr id="8" name="Image 0" descr="/home/claude/f2/mapa_general_zonas_grunnkretser.png">
            <a:extLst>
              <a:ext uri="{FF2B5EF4-FFF2-40B4-BE49-F238E27FC236}">
                <a16:creationId xmlns:a16="http://schemas.microsoft.com/office/drawing/2014/main" id="{8B036B05-22E6-A0FE-605D-695BF7A01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590" y="1234440"/>
            <a:ext cx="4060441" cy="446202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80D8B926-3506-7DCA-6454-3F220F415883}"/>
              </a:ext>
            </a:extLst>
          </p:cNvPr>
          <p:cNvSpPr/>
          <p:nvPr/>
        </p:nvSpPr>
        <p:spPr>
          <a:xfrm>
            <a:off x="6400800" y="588873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Catchment zones per point (SSB)</a:t>
            </a:r>
            <a:endParaRPr lang="en-US" sz="11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1CAB12C-ED98-DD3A-788E-3CDB02F38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879" y="3565196"/>
            <a:ext cx="6264876" cy="148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60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2. Demand model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E5B7918-983A-C4DE-02FB-1492349772ED}"/>
              </a:ext>
            </a:extLst>
          </p:cNvPr>
          <p:cNvSpPr txBox="1"/>
          <p:nvPr/>
        </p:nvSpPr>
        <p:spPr>
          <a:xfrm>
            <a:off x="505739" y="1320054"/>
            <a:ext cx="6098058" cy="136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gravity-style formulation combines origin mass, destination attractiveness.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Time-of-day roles create different directional patterns. (Morning flow toward the </a:t>
            </a:r>
            <a:r>
              <a:rPr lang="en-US" sz="1400" dirty="0" err="1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centre</a:t>
            </a: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afternoon away from it. The direction split emerges from the data, it is not imposed.)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78B706B-E8B5-A22B-BB13-49FE006EA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39" y="3040642"/>
            <a:ext cx="5479425" cy="1514687"/>
          </a:xfrm>
          <a:prstGeom prst="rect">
            <a:avLst/>
          </a:prstGeom>
        </p:spPr>
      </p:pic>
      <p:pic>
        <p:nvPicPr>
          <p:cNvPr id="17" name="Image 0" descr="/home/claude/f2/perfil_demanda_hora.png">
            <a:extLst>
              <a:ext uri="{FF2B5EF4-FFF2-40B4-BE49-F238E27FC236}">
                <a16:creationId xmlns:a16="http://schemas.microsoft.com/office/drawing/2014/main" id="{BD44E3E2-6081-E1B0-F030-061FB359B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525" y="2689853"/>
            <a:ext cx="4826203" cy="2377440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C776A717-F793-052A-BFD8-AB4F98847645}"/>
              </a:ext>
            </a:extLst>
          </p:cNvPr>
          <p:cNvSpPr/>
          <p:nvPr/>
        </p:nvSpPr>
        <p:spPr>
          <a:xfrm>
            <a:off x="6998106" y="5067293"/>
            <a:ext cx="4257040" cy="274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profile by hour</a:t>
            </a:r>
            <a:endParaRPr lang="en-US" sz="110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180CA234-B141-FCAD-926C-0D67A16180BA}"/>
              </a:ext>
            </a:extLst>
          </p:cNvPr>
          <p:cNvSpPr/>
          <p:nvPr/>
        </p:nvSpPr>
        <p:spPr>
          <a:xfrm>
            <a:off x="597847" y="4912360"/>
            <a:ext cx="5212080" cy="2453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Arrivals follow a Poisson process whose rate rises and falls with the time band.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2. Demand over the day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pic>
        <p:nvPicPr>
          <p:cNvPr id="8" name="Image 1" descr="/home/claude/f2/histograma_tamano_gru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51" y="4206240"/>
            <a:ext cx="3301898" cy="2103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0" y="6355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Group-size distribution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simulator (the operating environment)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4173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boat positions and occupancy, passengers waiting per origin-destination pair, time of 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17520" y="2377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each free boat, go to one of the four points, or wait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33375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boats move on real times, demand arrives, 2-minute steps; direct trips only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4297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queues are separate per pair; a boat serves one pair per trip, in arrival order, up to capacity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760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simulator is used by every policy (heuristic and RL), so comparisons are fair.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5384-373D-608E-BCF2-BC2BE35C0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909576-3F87-E937-6CB3-CE92ABB32CBF}"/>
              </a:ext>
            </a:extLst>
          </p:cNvPr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simulator (the operating environment)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D5F4FE-2AB7-B6D1-D1BE-26870A6B21C7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E8D202-96D9-4ACA-C52D-E9A0DA7557FD}"/>
              </a:ext>
            </a:extLst>
          </p:cNvPr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6F8DCF-1949-C88A-DDBD-E20020E65EC5}"/>
              </a:ext>
            </a:extLst>
          </p:cNvPr>
          <p:cNvSpPr/>
          <p:nvPr/>
        </p:nvSpPr>
        <p:spPr>
          <a:xfrm>
            <a:off x="914400" y="115606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lang="en-US" sz="15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07E715D-6031-9E12-A99E-E3C210B50955}"/>
              </a:ext>
            </a:extLst>
          </p:cNvPr>
          <p:cNvSpPr txBox="1"/>
          <p:nvPr/>
        </p:nvSpPr>
        <p:spPr>
          <a:xfrm>
            <a:off x="2791097" y="1326451"/>
            <a:ext cx="827314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rgbClr val="262626"/>
                </a:solidFill>
                <a:latin typeface="Georgia" pitchFamily="34" charset="0"/>
              </a:rPr>
              <a:t>State</a:t>
            </a:r>
            <a:r>
              <a:rPr lang="es-CO" sz="1400" dirty="0"/>
              <a:t> = {</a:t>
            </a:r>
          </a:p>
          <a:p>
            <a:endParaRPr lang="es-CO" sz="1400" dirty="0"/>
          </a:p>
          <a:p>
            <a:r>
              <a:rPr lang="es-CO" sz="1400" dirty="0"/>
              <a:t>     "</a:t>
            </a:r>
            <a:r>
              <a:rPr lang="es-CO" sz="1400" dirty="0" err="1"/>
              <a:t>Boats</a:t>
            </a:r>
            <a:r>
              <a:rPr lang="es-CO" sz="1400" dirty="0"/>
              <a:t>": [</a:t>
            </a:r>
          </a:p>
          <a:p>
            <a:r>
              <a:rPr lang="es-CO" sz="1400" dirty="0"/>
              <a:t>     # </a:t>
            </a:r>
            <a:r>
              <a:rPr lang="en-US" sz="1400" dirty="0"/>
              <a:t>Boat 0: Still in </a:t>
            </a:r>
            <a:r>
              <a:rPr lang="en-US" sz="1400" dirty="0" err="1"/>
              <a:t>Bryggen</a:t>
            </a:r>
            <a:r>
              <a:rPr lang="en-US" sz="1400" dirty="0"/>
              <a:t>, empty, no passengers</a:t>
            </a:r>
            <a:endParaRPr lang="es-CO" sz="1400" dirty="0"/>
          </a:p>
          <a:p>
            <a:r>
              <a:rPr lang="es-CO" sz="1400" dirty="0"/>
              <a:t>     { "</a:t>
            </a:r>
            <a:r>
              <a:rPr lang="es-CO" sz="1400" dirty="0" err="1"/>
              <a:t>Origin</a:t>
            </a:r>
            <a:r>
              <a:rPr lang="es-CO" sz="1400" dirty="0"/>
              <a:t>": "B", "</a:t>
            </a:r>
            <a:r>
              <a:rPr lang="es-CO" sz="1400" dirty="0" err="1"/>
              <a:t>Destination</a:t>
            </a:r>
            <a:r>
              <a:rPr lang="es-CO" sz="1400" dirty="0"/>
              <a:t>": "B", "min </a:t>
            </a:r>
            <a:r>
              <a:rPr lang="es-CO" sz="1400" dirty="0" err="1"/>
              <a:t>to</a:t>
            </a:r>
            <a:r>
              <a:rPr lang="es-CO" sz="1400" dirty="0"/>
              <a:t> </a:t>
            </a:r>
            <a:r>
              <a:rPr lang="es-CO" sz="1400" dirty="0" err="1"/>
              <a:t>get</a:t>
            </a:r>
            <a:r>
              <a:rPr lang="es-CO" sz="1400" dirty="0"/>
              <a:t> </a:t>
            </a:r>
            <a:r>
              <a:rPr lang="es-CO" sz="1400" dirty="0" err="1"/>
              <a:t>there</a:t>
            </a:r>
            <a:r>
              <a:rPr lang="es-CO" sz="1400" dirty="0"/>
              <a:t>": 0, "</a:t>
            </a:r>
            <a:r>
              <a:rPr lang="es-CO" sz="1400" dirty="0" err="1"/>
              <a:t>Occupation</a:t>
            </a:r>
            <a:r>
              <a:rPr lang="es-CO" sz="1400" dirty="0"/>
              <a:t>": 0 },</a:t>
            </a:r>
          </a:p>
          <a:p>
            <a:endParaRPr lang="es-CO" sz="1400" dirty="0"/>
          </a:p>
          <a:p>
            <a:r>
              <a:rPr lang="es-CO" sz="1400" dirty="0"/>
              <a:t>     # </a:t>
            </a:r>
            <a:r>
              <a:rPr lang="en-US" sz="1400" dirty="0"/>
              <a:t>Boat 1: halfway from </a:t>
            </a:r>
            <a:r>
              <a:rPr lang="en-US" sz="1400" dirty="0" err="1"/>
              <a:t>Kleppestø</a:t>
            </a:r>
            <a:r>
              <a:rPr lang="en-US" sz="1400" dirty="0"/>
              <a:t> to </a:t>
            </a:r>
            <a:r>
              <a:rPr lang="en-US" sz="1400" dirty="0" err="1"/>
              <a:t>Bryggen</a:t>
            </a:r>
            <a:r>
              <a:rPr lang="en-US" sz="1400" dirty="0"/>
              <a:t>, with 12 people, 6 min to go</a:t>
            </a:r>
            <a:endParaRPr lang="es-CO" sz="1400" dirty="0"/>
          </a:p>
          <a:p>
            <a:r>
              <a:rPr lang="es-CO" sz="1400" dirty="0"/>
              <a:t>     { "</a:t>
            </a:r>
            <a:r>
              <a:rPr lang="es-CO" sz="1400" dirty="0" err="1"/>
              <a:t>Origin</a:t>
            </a:r>
            <a:r>
              <a:rPr lang="es-CO" sz="1400" dirty="0"/>
              <a:t>": "K", "</a:t>
            </a:r>
            <a:r>
              <a:rPr lang="es-CO" sz="1400" dirty="0" err="1"/>
              <a:t>Destination</a:t>
            </a:r>
            <a:r>
              <a:rPr lang="es-CO" sz="1400" dirty="0"/>
              <a:t>": "B", " min </a:t>
            </a:r>
            <a:r>
              <a:rPr lang="es-CO" sz="1400" dirty="0" err="1"/>
              <a:t>to</a:t>
            </a:r>
            <a:r>
              <a:rPr lang="es-CO" sz="1400" dirty="0"/>
              <a:t> </a:t>
            </a:r>
            <a:r>
              <a:rPr lang="es-CO" sz="1400" dirty="0" err="1"/>
              <a:t>get</a:t>
            </a:r>
            <a:r>
              <a:rPr lang="es-CO" sz="1400" dirty="0"/>
              <a:t> </a:t>
            </a:r>
            <a:r>
              <a:rPr lang="es-CO" sz="1400" dirty="0" err="1"/>
              <a:t>there</a:t>
            </a:r>
            <a:r>
              <a:rPr lang="es-CO" sz="1400" dirty="0"/>
              <a:t>": 6, "</a:t>
            </a:r>
            <a:r>
              <a:rPr lang="es-CO" sz="1400" dirty="0" err="1"/>
              <a:t>Occupation</a:t>
            </a:r>
            <a:r>
              <a:rPr lang="es-CO" sz="1400" dirty="0"/>
              <a:t>": 12 }</a:t>
            </a:r>
          </a:p>
          <a:p>
            <a:r>
              <a:rPr lang="es-CO" sz="1400" dirty="0"/>
              <a:t>  ],</a:t>
            </a:r>
          </a:p>
          <a:p>
            <a:endParaRPr lang="es-CO" sz="1400" dirty="0"/>
          </a:p>
          <a:p>
            <a:endParaRPr lang="es-CO" sz="1400" dirty="0"/>
          </a:p>
          <a:p>
            <a:endParaRPr lang="es-CO" sz="1400" dirty="0"/>
          </a:p>
          <a:p>
            <a:r>
              <a:rPr lang="es-CO" sz="1400" dirty="0"/>
              <a:t>  "Demand </a:t>
            </a:r>
            <a:r>
              <a:rPr lang="es-CO" sz="1400" dirty="0" err="1"/>
              <a:t>waiting</a:t>
            </a:r>
            <a:r>
              <a:rPr lang="es-CO" sz="1400" dirty="0"/>
              <a:t>": {</a:t>
            </a:r>
          </a:p>
          <a:p>
            <a:r>
              <a:rPr lang="en-US" sz="1400" dirty="0"/>
              <a:t>    # for each origin-destination pair: how many people and how long ago the oldest one waits</a:t>
            </a:r>
            <a:r>
              <a:rPr lang="es-CO" sz="1400" dirty="0"/>
              <a:t>  </a:t>
            </a:r>
          </a:p>
          <a:p>
            <a:r>
              <a:rPr lang="es-CO" sz="1400" dirty="0"/>
              <a:t>     "K-&gt;B": { “</a:t>
            </a:r>
            <a:r>
              <a:rPr lang="es-CO" sz="1400" dirty="0" err="1"/>
              <a:t>persons</a:t>
            </a:r>
            <a:r>
              <a:rPr lang="es-CO" sz="1400" dirty="0"/>
              <a:t>": 15, "Wait </a:t>
            </a:r>
            <a:r>
              <a:rPr lang="es-CO" sz="1400" dirty="0" err="1"/>
              <a:t>max</a:t>
            </a:r>
            <a:r>
              <a:rPr lang="es-CO" sz="1400" dirty="0"/>
              <a:t> minute": 8 },</a:t>
            </a:r>
          </a:p>
          <a:p>
            <a:r>
              <a:rPr lang="es-CO" sz="1400" dirty="0"/>
              <a:t>     "K-&gt;S": { " </a:t>
            </a:r>
            <a:r>
              <a:rPr lang="es-CO" sz="1400" dirty="0" err="1"/>
              <a:t>persons</a:t>
            </a:r>
            <a:r>
              <a:rPr lang="es-CO" sz="1400" dirty="0"/>
              <a:t> ": 3,  " Wait </a:t>
            </a:r>
            <a:r>
              <a:rPr lang="es-CO" sz="1400" dirty="0" err="1"/>
              <a:t>max</a:t>
            </a:r>
            <a:r>
              <a:rPr lang="es-CO" sz="1400" dirty="0"/>
              <a:t> minute ": 2 },</a:t>
            </a:r>
          </a:p>
          <a:p>
            <a:r>
              <a:rPr lang="es-CO" sz="1400" dirty="0"/>
              <a:t>     "L-&gt;B": { " </a:t>
            </a:r>
            <a:r>
              <a:rPr lang="es-CO" sz="1400" dirty="0" err="1"/>
              <a:t>persons</a:t>
            </a:r>
            <a:r>
              <a:rPr lang="es-CO" sz="1400" dirty="0"/>
              <a:t> ": 0,  " Wait </a:t>
            </a:r>
            <a:r>
              <a:rPr lang="es-CO" sz="1400" dirty="0" err="1"/>
              <a:t>max</a:t>
            </a:r>
            <a:r>
              <a:rPr lang="es-CO" sz="1400" dirty="0"/>
              <a:t> minute ": 0 },</a:t>
            </a:r>
          </a:p>
          <a:p>
            <a:r>
              <a:rPr lang="es-CO" sz="1400" dirty="0"/>
              <a:t>     ... (</a:t>
            </a:r>
            <a:r>
              <a:rPr lang="es-CO" sz="1400" dirty="0" err="1"/>
              <a:t>All</a:t>
            </a:r>
            <a:r>
              <a:rPr lang="es-CO" sz="1400" dirty="0"/>
              <a:t> 12 </a:t>
            </a:r>
            <a:r>
              <a:rPr lang="es-CO" sz="1400" dirty="0" err="1"/>
              <a:t>pairs</a:t>
            </a:r>
            <a:r>
              <a:rPr lang="es-CO" sz="1400" dirty="0"/>
              <a:t>)</a:t>
            </a:r>
          </a:p>
          <a:p>
            <a:r>
              <a:rPr lang="es-CO" sz="1400" dirty="0"/>
              <a:t>  }</a:t>
            </a:r>
          </a:p>
          <a:p>
            <a:endParaRPr lang="es-CO" sz="1400" dirty="0"/>
          </a:p>
          <a:p>
            <a:r>
              <a:rPr lang="es-CO" sz="1400" dirty="0"/>
              <a:t>  "Time": { "minute": 465, “</a:t>
            </a:r>
            <a:r>
              <a:rPr lang="es-CO" sz="1400" dirty="0" err="1"/>
              <a:t>day</a:t>
            </a:r>
            <a:r>
              <a:rPr lang="es-CO" sz="1400" dirty="0"/>
              <a:t>": “lunes" }</a:t>
            </a:r>
          </a:p>
          <a:p>
            <a:endParaRPr lang="es-CO" sz="1400" dirty="0"/>
          </a:p>
          <a:p>
            <a:r>
              <a:rPr lang="es-CO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3862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F870-FD98-03CA-3E30-C94EB4118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29C245-86DD-5941-2A71-8CDD18E23A44}"/>
              </a:ext>
            </a:extLst>
          </p:cNvPr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4009CD-859A-B83E-04C8-486E7B9A09F7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5337F8-C5D1-E6A4-E938-9F6806FA6956}"/>
              </a:ext>
            </a:extLst>
          </p:cNvPr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ECBEE405-B79E-9061-1C21-7DF936D24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954689"/>
              </p:ext>
            </p:extLst>
          </p:nvPr>
        </p:nvGraphicFramePr>
        <p:xfrm>
          <a:off x="640080" y="1384300"/>
          <a:ext cx="11064240" cy="45547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4067183912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765250669"/>
                    </a:ext>
                  </a:extLst>
                </a:gridCol>
              </a:tblGrid>
              <a:tr h="554227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Metric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Meaning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57951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Mean wait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Georgia" panose="02040502050405020303" pitchFamily="18" charset="0"/>
                        </a:rPr>
                        <a:t>Typical passenger waiting time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761772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P95 / max wait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Tail and worst-case waiting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9332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Georgia" panose="02040502050405020303" pitchFamily="18" charset="0"/>
                        </a:rPr>
                        <a:t>Mean system time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Waiting + in-boat travel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8115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Georgia" panose="02040502050405020303" pitchFamily="18" charset="0"/>
                        </a:rPr>
                        <a:t>% served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Completed trips before horizon end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688727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Georgia" panose="02040502050405020303" pitchFamily="18" charset="0"/>
                        </a:rPr>
                        <a:t>Final backlog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Still queued or onboard at horizon end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8655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Georgia" panose="02040502050405020303" pitchFamily="18" charset="0"/>
                        </a:rPr>
                        <a:t>Empty movements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Repositioning without passengers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09639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Georgia" panose="02040502050405020303" pitchFamily="18" charset="0"/>
                        </a:rPr>
                        <a:t>Fleet waiting/free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Georgia" panose="02040502050405020303" pitchFamily="18" charset="0"/>
                        </a:rPr>
                        <a:t>Share of fleet time not serving</a:t>
                      </a:r>
                    </a:p>
                  </a:txBody>
                  <a:tcPr marL="36576" marR="365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481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64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 heuristics: from H0 to H3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14173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demand, send each free boat to the longest-waiting queue. Each boat decides alone.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46888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H0 + persistent reservation: once a boat commits to a queue, others do not chase 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352044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+ cost function, but only within local vs remote levels.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45720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+ global min-cost assignment: all free boats and all queues compared together. (best)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boat already travelling to a node, with spare capacity, may still pick up new arrivals of that same queue.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386943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200" b="1" dirty="0">
                <a:solidFill>
                  <a:srgbClr val="141414"/>
                </a:solidFill>
                <a:latin typeface="Georgia" panose="02040502050405020303" pitchFamily="18" charset="0"/>
              </a:rPr>
              <a:t>H0 - Reference </a:t>
            </a:r>
            <a:r>
              <a:rPr lang="es-CO" sz="2200" b="1" dirty="0" err="1">
                <a:solidFill>
                  <a:srgbClr val="141414"/>
                </a:solidFill>
                <a:latin typeface="Georgia" panose="02040502050405020303" pitchFamily="18" charset="0"/>
              </a:rPr>
              <a:t>policy</a:t>
            </a:r>
            <a:endParaRPr lang="es-CO" sz="2200" b="1" dirty="0">
              <a:solidFill>
                <a:srgbClr val="141414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Georgia" panose="02040502050405020303" pitchFamily="18" charset="0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Georgia" panose="02040502050405020303" pitchFamily="18" charset="0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23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Georgia" panose="02040502050405020303" pitchFamily="18" charset="0"/>
              </a:rPr>
              <a:t>SAY: H1 keeps H0's dispatch rule but prevents multiple free boats from chasing the same remote queue.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2271"/>
            <a:ext cx="6400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64646"/>
                </a:solidFill>
                <a:latin typeface="Georgia" panose="02040502050405020303" pitchFamily="18" charset="0"/>
              </a:rPr>
              <a:t>1. Local demand exists → destination with oldest waiting passenger.
2. No local demand → remote queue with greatest waiting time; tie-break by travel time.
3. No demand → wait.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280160"/>
            <a:ext cx="4297680" cy="356616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52360" y="144475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Georgia" panose="02040502050405020303" pitchFamily="18" charset="0"/>
              </a:rPr>
              <a:t>H1 animation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743199"/>
            <a:ext cx="3931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Georgia" panose="02040502050405020303" pitchFamily="18" charset="0"/>
              </a:rPr>
              <a:t>INSERT FIGURE / MEDIA
heuristicas/outputs/figuras/ (H1 GIF)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0B8A0DB8-1BAA-AD7F-21F6-C8458FA06608}"/>
              </a:ext>
            </a:extLst>
          </p:cNvPr>
          <p:cNvSpPr txBox="1"/>
          <p:nvPr/>
        </p:nvSpPr>
        <p:spPr>
          <a:xfrm>
            <a:off x="822960" y="134416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41414"/>
                </a:solidFill>
                <a:latin typeface="Georgia" panose="02040502050405020303" pitchFamily="18" charset="0"/>
              </a:rPr>
              <a:t>Decision rule</a:t>
            </a: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E70D8DA6-3083-ABF8-BCEC-E2B6212669FA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B11FE-5EBA-7FFB-CDB4-52AAAA7C8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486890-4872-B6DD-E3B0-B48655DB3596}"/>
              </a:ext>
            </a:extLst>
          </p:cNvPr>
          <p:cNvSpPr txBox="1"/>
          <p:nvPr/>
        </p:nvSpPr>
        <p:spPr>
          <a:xfrm>
            <a:off x="502920" y="22860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141414"/>
                </a:solidFill>
                <a:latin typeface="Georgia" panose="02040502050405020303" pitchFamily="18" charset="0"/>
              </a:rPr>
              <a:t>11. H1 — Persistent reservations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E1DF52-B4F8-EE98-55D7-15E816EC6B7E}"/>
              </a:ext>
            </a:extLst>
          </p:cNvPr>
          <p:cNvSpPr txBox="1"/>
          <p:nvPr/>
        </p:nvSpPr>
        <p:spPr>
          <a:xfrm>
            <a:off x="11292840" y="27432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Georgia" panose="02040502050405020303" pitchFamily="18" charset="0"/>
              </a:rPr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BA0FC-B989-AEC3-AFE2-502782E00C90}"/>
              </a:ext>
            </a:extLst>
          </p:cNvPr>
          <p:cNvSpPr txBox="1"/>
          <p:nvPr/>
        </p:nvSpPr>
        <p:spPr>
          <a:xfrm>
            <a:off x="530352" y="6510528"/>
            <a:ext cx="107899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Georgia" panose="02040502050405020303" pitchFamily="18" charset="0"/>
              </a:rPr>
              <a:t>NHH — Schedule-Free Autonomous Passenger Boats in Bergen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B5F4BC-D92F-4D2A-B120-A7E533BB197A}"/>
              </a:ext>
            </a:extLst>
          </p:cNvPr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296B65-935A-8AE2-FC72-E8C595D0F345}"/>
              </a:ext>
            </a:extLst>
          </p:cNvPr>
          <p:cNvSpPr txBox="1"/>
          <p:nvPr/>
        </p:nvSpPr>
        <p:spPr>
          <a:xfrm>
            <a:off x="685800" y="6117336"/>
            <a:ext cx="10698480" cy="23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Georgia" panose="02040502050405020303" pitchFamily="18" charset="0"/>
              </a:rPr>
              <a:t>SAY: H1 keeps H0's dispatch rule but prevents multiple free boats from chasing the same remote queue.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B1A27B-FE25-9DAA-3BF4-68B42AD46DDF}"/>
              </a:ext>
            </a:extLst>
          </p:cNvPr>
          <p:cNvSpPr txBox="1"/>
          <p:nvPr/>
        </p:nvSpPr>
        <p:spPr>
          <a:xfrm>
            <a:off x="640080" y="1234440"/>
            <a:ext cx="64008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H1 = H0 + persistent reservation.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A repositioning boat reserves its remote OD queue.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The reservation remains active while the boat is committed.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Other free boats discount reserved capacity.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This fixes a coordination problem across decision epochs.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92A74-302A-4654-5373-6CD08189C360}"/>
              </a:ext>
            </a:extLst>
          </p:cNvPr>
          <p:cNvSpPr/>
          <p:nvPr/>
        </p:nvSpPr>
        <p:spPr>
          <a:xfrm>
            <a:off x="7315200" y="1280160"/>
            <a:ext cx="4297680" cy="356616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AD72D5-5611-07A1-756C-A8E5E5C4FD0E}"/>
              </a:ext>
            </a:extLst>
          </p:cNvPr>
          <p:cNvSpPr txBox="1"/>
          <p:nvPr/>
        </p:nvSpPr>
        <p:spPr>
          <a:xfrm>
            <a:off x="7452360" y="144475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Georgia" panose="02040502050405020303" pitchFamily="18" charset="0"/>
              </a:rPr>
              <a:t>H1 animation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33526-A2AA-19A1-AE82-A3E059FA04A9}"/>
              </a:ext>
            </a:extLst>
          </p:cNvPr>
          <p:cNvSpPr txBox="1"/>
          <p:nvPr/>
        </p:nvSpPr>
        <p:spPr>
          <a:xfrm>
            <a:off x="7498079" y="2743199"/>
            <a:ext cx="3931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Georgia" panose="02040502050405020303" pitchFamily="18" charset="0"/>
              </a:rPr>
              <a:t>INSERT FIGURE / MEDIA
heuristicas/outputs/figuras/ (H1 GIF)</a:t>
            </a: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D956E347-1AA2-C05C-6C30-FC24DC6DFDEC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2606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 panose="02040502050405020303" pitchFamily="18" charset="0"/>
              </a:rPr>
              <a:t>12. H2 — Cost within local/remote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27432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Georgia" panose="02040502050405020303" pitchFamily="18" charset="0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Georgia" panose="02040502050405020303" pitchFamily="18" charset="0"/>
              </a:rPr>
              <a:t>NHH — Schedule-Free Autonomous Passenger Boats in Bergen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6117336"/>
            <a:ext cx="10698480" cy="23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Georgia" panose="02040502050405020303" pitchFamily="18" charset="0"/>
              </a:rPr>
              <a:t>SAY: H2 adds a cost function but preserves strict local-first behavior.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943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Georgia" panose="02040502050405020303" pitchFamily="18" charset="0"/>
              </a:rPr>
              <a:t>C(b,q) = T_pickup(b,q) − W_max(q)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6400800" cy="1797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T_pickup = time for boat b to reach queue origin.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W_max = waiting time of oldest passenger.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Local demand → compare only local queues.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No local demand → compare only remote queues.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For local queues T_pickup = 0, so H2 reproduces H0 locally.</a:t>
            </a:r>
          </a:p>
          <a:p>
            <a:pPr>
              <a:spcAft>
                <a:spcPts val="500"/>
              </a:spcAft>
              <a:defRPr sz="15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The cost mainly changes which remote queue is selected.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280160"/>
            <a:ext cx="4114800" cy="356616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1444751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Georgia" panose="02040502050405020303" pitchFamily="18" charset="0"/>
              </a:rPr>
              <a:t>H2 animation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743199"/>
            <a:ext cx="374903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Georgia" panose="02040502050405020303" pitchFamily="18" charset="0"/>
              </a:rPr>
              <a:t>INSERT FIGURE / MEDIA
heuristicas/outputs/figuras/ (H2 GIF)</a:t>
            </a: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03E4E5A5-F8CB-FA45-60F0-AFC950333B79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Georgia" panose="02040502050405020303" pitchFamily="18" charset="0"/>
              </a:rPr>
              <a:t>13. H3 — Global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878"/>
                </a:solidFill>
                <a:latin typeface="Georgia" panose="02040502050405020303" pitchFamily="18" charset="0"/>
              </a:rPr>
              <a:t>The key heuristic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365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Georgia" panose="02040502050405020303" pitchFamily="18" charset="0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7899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Georgia" panose="02040502050405020303" pitchFamily="18" charset="0"/>
              </a:rPr>
              <a:t>NHH — Schedule-Free Autonomous Passenger Boats in Bergen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062472"/>
            <a:ext cx="11064240" cy="320040"/>
          </a:xfrm>
          <a:prstGeom prst="rect">
            <a:avLst/>
          </a:prstGeom>
          <a:solidFill>
            <a:srgbClr val="FAFAFA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117336"/>
            <a:ext cx="10698480" cy="23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464646"/>
                </a:solidFill>
                <a:latin typeface="Georgia" panose="02040502050405020303" pitchFamily="18" charset="0"/>
              </a:rPr>
              <a:t>SAY: H3 removes the local-first partition: every queue competes globally using the same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5943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Georgia" panose="02040502050405020303" pitchFamily="18" charset="0"/>
              </a:rPr>
              <a:t>C(b,q) = T_pickup(b,q) − W_max(q)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649224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Local and remote queues compete simultaneously.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Choose the minimum-cost queue.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A remote queue can beat a local queue only when its waiting-time advantage is large enough.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Threshold: W_remote &gt; T_pickup + W_local.</a:t>
            </a:r>
          </a:p>
          <a:p>
            <a:pPr>
              <a:spcAft>
                <a:spcPts val="5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>
                <a:latin typeface="Georgia" panose="02040502050405020303" pitchFamily="18" charset="0"/>
              </a:rPr>
              <a:t>• This explicitly trades urgency against repositioning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280160"/>
            <a:ext cx="4023360" cy="3566160"/>
          </a:xfrm>
          <a:prstGeom prst="rect">
            <a:avLst/>
          </a:prstGeom>
          <a:solidFill>
            <a:srgbClr val="F8F8F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eorgia" panose="02040502050405020303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35240" y="1444751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414"/>
                </a:solidFill>
                <a:latin typeface="Georgia" panose="02040502050405020303" pitchFamily="18" charset="0"/>
              </a:rPr>
              <a:t>H3 animation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59" y="2743199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Georgia" panose="02040502050405020303" pitchFamily="18" charset="0"/>
              </a:rPr>
              <a:t>INSERT FIGURE / MEDIA
heuristicas/outputs/figuras/ (H3 GIF)</a:t>
            </a: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08F33698-C2CC-9C4C-D2DF-5665FBAE8ABF}"/>
              </a:ext>
            </a:extLst>
          </p:cNvPr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cost function: minutes, no weights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 boat b and a queue q (origin-destination pair):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C(b, q)  =  pickup_time(b, q)   -   longest_wait(q)   +   trip_time(q)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0607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term is in minutes, so they are directly comparable and there are no weights to justify.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pickup_time is 0 when the boat is already at that node, so serving there becomes the cheapest option.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longest_wait enters with a minus sign: serving whoever has waited most reduces system cost.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each step we solve a min-cost assignment of free boats to queues (greedy over the cheapest pairs).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objective is simply to minimise minutes. Nothing arbitrary to calibrate.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Heuristic results (8 boats, per component)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018229"/>
              </p:ext>
            </p:extLst>
          </p:nvPr>
        </p:nvGraphicFramePr>
        <p:xfrm>
          <a:off x="822960" y="1463040"/>
          <a:ext cx="10515600" cy="25146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Policy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Attended %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Mean wait (min)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Mean time in system (min)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Empty moves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99.5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12.0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21.8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363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H1 (+reservation)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99.4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12.0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21.8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219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H2 (+local cost)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99.3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12.0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21.8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223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H3 (+global cost)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99.6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10.6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20.4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181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114800"/>
            <a:ext cx="10607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policies serve about 99% (people wait until served), so the real differences are wait time and empty moves.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 (H1) roughly halves empty moves (363 to 219). The global cost (H3) further cuts wait and empty moves.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is the strongest heuristic and the benchmark for the rest.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Fleet-size sensitivity (H3)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280160"/>
          <a:ext cx="69494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1554480"/>
            <a:ext cx="3749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boats saturate: waits explode (about 73 min).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boats already give good service.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boats reach about 5 min wait.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diminishing returns beyond 8 to 12 boats.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fleet-size vs service trade-off.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Heuristics in operation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000" dirty="0"/>
          </a:p>
        </p:txBody>
      </p:sp>
      <p:pic>
        <p:nvPicPr>
          <p:cNvPr id="5" name="Image 0" descr="/home/claude/f2/gif_heuristic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188720"/>
            <a:ext cx="5029200" cy="502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0" y="6309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animation: H0, H1, H2, H3 side by side (plays in slideshow)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28346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Boats move along real navigable routes.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Queues build and drain at each point.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shows fewer empty repositioning moves than H0.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reinforcement-learning model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decides, each step, where every boat goes, and learns by trial and error to maximise reward.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action is one choice per boat (a MultiDiscrete space). DQN cannot handle this, so we use PPO.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PPO is actor-critic: a policy network chooses actions, a value network estimates how good a state is. Updates are kept small, which makes training stable.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training episode draws a fresh demand day, so the agent generalises instead of memorising one day.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Trained on the same scenario as the heuristics (full day, about 8,000 trips, 12 boats) for a fair comparison.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 design (the key modelling choice)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reward is the only signal the agent has. A badly designed reward is optimised in the wrong way.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derived the base reward from the objective: penalising the people present each step equals minimising total time in system (Little's identity).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tested several variants (see backup). The best was D: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r_t  =  -  sum_i  ( time_in_system_i / 12 )^2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10607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divisor 12 is only a scaling constant: scaling a reward by a positive number does not change the optimal policy, it only keeps the numbers small for stable training. 12 min is also the longest direct trip, a natural reference.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variant is compared on real time metrics, never on its own reward value.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all methods compared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Reward-variant study (small instance): variant D gives the best time in system.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6766560" cy="199339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Reward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Mean time (min)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Max time (min)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Mean wait (min)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 (linear)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29.2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70.3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19.7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 (convex)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29.0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60.8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17.1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 (+shaping)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29.2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74.1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20.2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 = (T/12)²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25.7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51.9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16.2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863840" y="1600200"/>
            <a:ext cx="3749040" cy="3108960"/>
          </a:xfrm>
          <a:prstGeom prst="rect">
            <a:avLst/>
          </a:prstGeom>
          <a:solidFill>
            <a:srgbClr val="F7F3E8"/>
          </a:solidFill>
          <a:ln w="12700">
            <a:solidFill>
              <a:srgbClr val="9A6A00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8046720" y="160020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HERE: final comparison table  RL (D)  vs  H0  vs  H3  on the big scenario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9A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(12 boats, full day, 10% demand) - attended %, mean/P50/P95 wait, mean/P50/P95 time in system, empty moves.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9A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Git: run the RL notebook, then comparacion/output/tabla_comparativa.csv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10607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metric is time in the system, not reward.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Expectation: the agent approaches the strong H3 heuristic and clearly beats H0.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 agent in operation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000" dirty="0"/>
          </a:p>
        </p:txBody>
      </p:sp>
      <p:pic>
        <p:nvPicPr>
          <p:cNvPr id="5" name="Image 0" descr="/home/claude/f2/gif_agent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71600"/>
            <a:ext cx="448056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6035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 agent (seed 1001)</a:t>
            </a:r>
            <a:endParaRPr lang="en-US" sz="1100" dirty="0"/>
          </a:p>
        </p:txBody>
      </p:sp>
      <p:pic>
        <p:nvPicPr>
          <p:cNvPr id="7" name="Image 1" descr="/home/claude/f2/gif_bas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371600"/>
            <a:ext cx="4480560" cy="4480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2240" y="6035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heuristic (seed 1001)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pipeline built: navigable routing, data-anchored demand, a 2-minute simulator, dispatch heuristics, and a PPO agent.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heuristic H3 (global min-cost assignment in minutes, with reservations) is strong and fully explainable: reservations cut empty moves, the global cost cuts waiting.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study shows clear diminishing returns beyond 8 to 12 boats.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reward is derived from the objective (Little's identity), not hand-tuned; variant D gives the best time in system.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RL agent operates the same scenario and is compared on real time metrics.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delivers a learned, real-time, schedule-free operation, the dynamic case the earlier static models did not cover.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Backup: PPO hyperparameters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595360" y="457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A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(hide before presenting)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1371600"/>
          <a:ext cx="7589520" cy="384048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Hyperparameter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Value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Algorithm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PPO (Stable-Baselines3, PyTorch)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Discount gamma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0.99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Learning rate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3e-4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Entropy coefficient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0.01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Update horizon n_steps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512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Normalisation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VecNormalize (obs and reward)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Fresh demand per episode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yes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Training steps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 to 2 million (until reward plateaus)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Train / eval seeds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separate (held-out evaluation)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Backup: full reward-variant study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595360" y="457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A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(hide before presenting)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371600"/>
          <a:ext cx="9601200" cy="34564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Variant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Idea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Mean time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Max time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linear time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29.2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70.3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convex, tolerance, no ceiling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29.0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60.8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 + potential shaping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29.2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74.1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(T/12)² normalised  (best)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25.7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51.9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linear total time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41.1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123.1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T² unnormalised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33.0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81.1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incremental time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33.5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109.7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other weighted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37.1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103.7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280160" y="5120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compared on real time metrics on the same held-out seeds. D wins on time in system.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Backup: detail by origin-destination and boat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969264"/>
            <a:ext cx="1088136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595360" y="457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A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(hide before presenting)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000" dirty="0"/>
          </a:p>
        </p:txBody>
      </p:sp>
      <p:pic>
        <p:nvPicPr>
          <p:cNvPr id="6" name="Image 0" descr="/home/claude/f2/comparacion_heat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371600"/>
            <a:ext cx="603504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42062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/ service per origin-destination pair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80160" y="4754880"/>
            <a:ext cx="96012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Per-pair and per-boat metrics are available in comparacion/output for any policy.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to spot which connections or boats are the bottleneck.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_H0_semilla1001_mejor">
            <a:hlinkClick r:id="" action="ppaction://media"/>
            <a:extLst>
              <a:ext uri="{FF2B5EF4-FFF2-40B4-BE49-F238E27FC236}">
                <a16:creationId xmlns:a16="http://schemas.microsoft.com/office/drawing/2014/main" id="{2DBC9EC6-8B98-9D83-AD33-856220A7B1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0" y="381000"/>
            <a:ext cx="6096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3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1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</TotalTime>
  <Words>2750</Words>
  <Application>Microsoft Office PowerPoint</Application>
  <PresentationFormat>Panorámica</PresentationFormat>
  <Paragraphs>402</Paragraphs>
  <Slides>32</Slides>
  <Notes>26</Notes>
  <HiddenSlides>1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6" baseType="lpstr">
      <vt:lpstr>Arial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Haider Yesid Fonseca Najar</cp:lastModifiedBy>
  <cp:revision>2</cp:revision>
  <dcterms:created xsi:type="dcterms:W3CDTF">2026-09-28T10:58:04Z</dcterms:created>
  <dcterms:modified xsi:type="dcterms:W3CDTF">2026-09-30T11:43:14Z</dcterms:modified>
</cp:coreProperties>
</file>