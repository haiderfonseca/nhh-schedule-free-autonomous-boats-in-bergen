
<file path=[Content_Types].xml><?xml version="1.0" encoding="utf-8"?>
<Types xmlns="http://schemas.openxmlformats.org/package/2006/content-types">
  <Default Extension="gif" ContentType="image/gif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80" r:id="rId6"/>
    <p:sldId id="260" r:id="rId7"/>
    <p:sldId id="261" r:id="rId8"/>
    <p:sldId id="262" r:id="rId9"/>
    <p:sldId id="281" r:id="rId10"/>
    <p:sldId id="263" r:id="rId11"/>
    <p:sldId id="265" r:id="rId12"/>
    <p:sldId id="282" r:id="rId13"/>
    <p:sldId id="283" r:id="rId14"/>
    <p:sldId id="266" r:id="rId15"/>
    <p:sldId id="285" r:id="rId16"/>
    <p:sldId id="288" r:id="rId17"/>
    <p:sldId id="286" r:id="rId18"/>
    <p:sldId id="287" r:id="rId19"/>
    <p:sldId id="268" r:id="rId20"/>
    <p:sldId id="269" r:id="rId21"/>
    <p:sldId id="294" r:id="rId22"/>
    <p:sldId id="270" r:id="rId23"/>
    <p:sldId id="271" r:id="rId24"/>
    <p:sldId id="272" r:id="rId25"/>
    <p:sldId id="289" r:id="rId26"/>
    <p:sldId id="292" r:id="rId27"/>
    <p:sldId id="290" r:id="rId28"/>
    <p:sldId id="291" r:id="rId29"/>
    <p:sldId id="293" r:id="rId30"/>
    <p:sldId id="274" r:id="rId31"/>
    <p:sldId id="295" r:id="rId32"/>
    <p:sldId id="296" r:id="rId33"/>
    <p:sldId id="298" r:id="rId34"/>
    <p:sldId id="275" r:id="rId35"/>
    <p:sldId id="276" r:id="rId36"/>
    <p:sldId id="277" r:id="rId37"/>
    <p:sldId id="278" r:id="rId38"/>
    <p:sldId id="279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5A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76A7AB-89A1-422A-887E-99F7DF092182}" v="154" dt="2026-09-30T23:57:19.13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53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ider Yesid Fonseca Najar" userId="73f9163c-41a4-46db-a396-54c94cc9cf95" providerId="ADAL" clId="{8AF7FC4C-CF9B-4A6B-AAD0-0DBF7EC8CD02}"/>
    <pc:docChg chg="undo custSel addSld delSld modSld sldOrd">
      <pc:chgData name="Haider Yesid Fonseca Najar" userId="73f9163c-41a4-46db-a396-54c94cc9cf95" providerId="ADAL" clId="{8AF7FC4C-CF9B-4A6B-AAD0-0DBF7EC8CD02}" dt="2026-10-01T00:05:31.737" v="1361" actId="20577"/>
      <pc:docMkLst>
        <pc:docMk/>
      </pc:docMkLst>
      <pc:sldChg chg="modSp mod">
        <pc:chgData name="Haider Yesid Fonseca Najar" userId="73f9163c-41a4-46db-a396-54c94cc9cf95" providerId="ADAL" clId="{8AF7FC4C-CF9B-4A6B-AAD0-0DBF7EC8CD02}" dt="2026-10-01T00:05:31.737" v="1361" actId="20577"/>
        <pc:sldMkLst>
          <pc:docMk/>
          <pc:sldMk cId="0" sldId="257"/>
        </pc:sldMkLst>
        <pc:spChg chg="mod">
          <ac:chgData name="Haider Yesid Fonseca Najar" userId="73f9163c-41a4-46db-a396-54c94cc9cf95" providerId="ADAL" clId="{8AF7FC4C-CF9B-4A6B-AAD0-0DBF7EC8CD02}" dt="2026-10-01T00:05:31.737" v="1361" actId="20577"/>
          <ac:spMkLst>
            <pc:docMk/>
            <pc:sldMk cId="0" sldId="257"/>
            <ac:spMk id="5" creationId="{00000000-0000-0000-0000-000000000000}"/>
          </ac:spMkLst>
        </pc:spChg>
      </pc:sldChg>
      <pc:sldChg chg="modSp mod">
        <pc:chgData name="Haider Yesid Fonseca Najar" userId="73f9163c-41a4-46db-a396-54c94cc9cf95" providerId="ADAL" clId="{8AF7FC4C-CF9B-4A6B-AAD0-0DBF7EC8CD02}" dt="2026-09-29T22:08:48.471" v="0" actId="20577"/>
        <pc:sldMkLst>
          <pc:docMk/>
          <pc:sldMk cId="0" sldId="258"/>
        </pc:sldMkLst>
        <pc:spChg chg="mod">
          <ac:chgData name="Haider Yesid Fonseca Najar" userId="73f9163c-41a4-46db-a396-54c94cc9cf95" providerId="ADAL" clId="{8AF7FC4C-CF9B-4A6B-AAD0-0DBF7EC8CD02}" dt="2026-09-29T22:08:48.471" v="0" actId="20577"/>
          <ac:spMkLst>
            <pc:docMk/>
            <pc:sldMk cId="0" sldId="258"/>
            <ac:spMk id="5" creationId="{00000000-0000-0000-0000-000000000000}"/>
          </ac:spMkLst>
        </pc:spChg>
      </pc:sldChg>
      <pc:sldChg chg="modSp mod">
        <pc:chgData name="Haider Yesid Fonseca Najar" userId="73f9163c-41a4-46db-a396-54c94cc9cf95" providerId="ADAL" clId="{8AF7FC4C-CF9B-4A6B-AAD0-0DBF7EC8CD02}" dt="2026-09-30T22:59:00.265" v="1312"/>
        <pc:sldMkLst>
          <pc:docMk/>
          <pc:sldMk cId="0" sldId="259"/>
        </pc:sldMkLst>
        <pc:spChg chg="mod">
          <ac:chgData name="Haider Yesid Fonseca Najar" userId="73f9163c-41a4-46db-a396-54c94cc9cf95" providerId="ADAL" clId="{8AF7FC4C-CF9B-4A6B-AAD0-0DBF7EC8CD02}" dt="2026-09-30T22:59:00.265" v="1312"/>
          <ac:spMkLst>
            <pc:docMk/>
            <pc:sldMk cId="0" sldId="259"/>
            <ac:spMk id="5" creationId="{00000000-0000-0000-0000-000000000000}"/>
          </ac:spMkLst>
        </pc:spChg>
      </pc:sldChg>
      <pc:sldChg chg="modSp mod">
        <pc:chgData name="Haider Yesid Fonseca Najar" userId="73f9163c-41a4-46db-a396-54c94cc9cf95" providerId="ADAL" clId="{8AF7FC4C-CF9B-4A6B-AAD0-0DBF7EC8CD02}" dt="2026-09-30T14:28:13.399" v="1154" actId="20577"/>
        <pc:sldMkLst>
          <pc:docMk/>
          <pc:sldMk cId="0" sldId="260"/>
        </pc:sldMkLst>
        <pc:graphicFrameChg chg="mod modGraphic">
          <ac:chgData name="Haider Yesid Fonseca Najar" userId="73f9163c-41a4-46db-a396-54c94cc9cf95" providerId="ADAL" clId="{8AF7FC4C-CF9B-4A6B-AAD0-0DBF7EC8CD02}" dt="2026-09-30T14:28:13.399" v="1154" actId="20577"/>
          <ac:graphicFrameMkLst>
            <pc:docMk/>
            <pc:sldMk cId="0" sldId="260"/>
            <ac:graphicFrameMk id="6" creationId="{00000000-0000-0000-0000-000000000000}"/>
          </ac:graphicFrameMkLst>
        </pc:graphicFrameChg>
      </pc:sldChg>
      <pc:sldChg chg="addSp modSp mod">
        <pc:chgData name="Haider Yesid Fonseca Najar" userId="73f9163c-41a4-46db-a396-54c94cc9cf95" providerId="ADAL" clId="{8AF7FC4C-CF9B-4A6B-AAD0-0DBF7EC8CD02}" dt="2026-09-30T09:13:36.741" v="258" actId="1076"/>
        <pc:sldMkLst>
          <pc:docMk/>
          <pc:sldMk cId="0" sldId="261"/>
        </pc:sldMkLst>
        <pc:spChg chg="mod">
          <ac:chgData name="Haider Yesid Fonseca Najar" userId="73f9163c-41a4-46db-a396-54c94cc9cf95" providerId="ADAL" clId="{8AF7FC4C-CF9B-4A6B-AAD0-0DBF7EC8CD02}" dt="2026-09-30T09:13:28.334" v="257" actId="21"/>
          <ac:spMkLst>
            <pc:docMk/>
            <pc:sldMk cId="0" sldId="261"/>
            <ac:spMk id="5" creationId="{00000000-0000-0000-0000-000000000000}"/>
          </ac:spMkLst>
        </pc:spChg>
        <pc:spChg chg="add mod">
          <ac:chgData name="Haider Yesid Fonseca Najar" userId="73f9163c-41a4-46db-a396-54c94cc9cf95" providerId="ADAL" clId="{8AF7FC4C-CF9B-4A6B-AAD0-0DBF7EC8CD02}" dt="2026-09-30T09:13:36.741" v="258" actId="1076"/>
          <ac:spMkLst>
            <pc:docMk/>
            <pc:sldMk cId="0" sldId="261"/>
            <ac:spMk id="9" creationId="{32AFC20D-FDB2-038F-DC2D-5BB0B985F786}"/>
          </ac:spMkLst>
        </pc:spChg>
      </pc:sldChg>
      <pc:sldChg chg="modSp mod">
        <pc:chgData name="Haider Yesid Fonseca Najar" userId="73f9163c-41a4-46db-a396-54c94cc9cf95" providerId="ADAL" clId="{8AF7FC4C-CF9B-4A6B-AAD0-0DBF7EC8CD02}" dt="2026-09-30T09:14:45.471" v="271" actId="1076"/>
        <pc:sldMkLst>
          <pc:docMk/>
          <pc:sldMk cId="0" sldId="262"/>
        </pc:sldMkLst>
        <pc:spChg chg="mod">
          <ac:chgData name="Haider Yesid Fonseca Najar" userId="73f9163c-41a4-46db-a396-54c94cc9cf95" providerId="ADAL" clId="{8AF7FC4C-CF9B-4A6B-AAD0-0DBF7EC8CD02}" dt="2026-09-30T09:14:32.343" v="269" actId="20577"/>
          <ac:spMkLst>
            <pc:docMk/>
            <pc:sldMk cId="0" sldId="262"/>
            <ac:spMk id="7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09:14:45.471" v="271" actId="1076"/>
          <ac:spMkLst>
            <pc:docMk/>
            <pc:sldMk cId="0" sldId="262"/>
            <ac:spMk id="9" creationId="{00000000-0000-0000-0000-000000000000}"/>
          </ac:spMkLst>
        </pc:spChg>
        <pc:picChg chg="mod">
          <ac:chgData name="Haider Yesid Fonseca Najar" userId="73f9163c-41a4-46db-a396-54c94cc9cf95" providerId="ADAL" clId="{8AF7FC4C-CF9B-4A6B-AAD0-0DBF7EC8CD02}" dt="2026-09-30T09:14:37.801" v="270" actId="1076"/>
          <ac:picMkLst>
            <pc:docMk/>
            <pc:sldMk cId="0" sldId="262"/>
            <ac:picMk id="8" creationId="{00000000-0000-0000-0000-000000000000}"/>
          </ac:picMkLst>
        </pc:picChg>
      </pc:sldChg>
      <pc:sldChg chg="addSp delSp modSp mod">
        <pc:chgData name="Haider Yesid Fonseca Najar" userId="73f9163c-41a4-46db-a396-54c94cc9cf95" providerId="ADAL" clId="{8AF7FC4C-CF9B-4A6B-AAD0-0DBF7EC8CD02}" dt="2026-09-30T21:22:41.151" v="1159"/>
        <pc:sldMkLst>
          <pc:docMk/>
          <pc:sldMk cId="0" sldId="263"/>
        </pc:sldMkLst>
        <pc:spChg chg="del mod">
          <ac:chgData name="Haider Yesid Fonseca Najar" userId="73f9163c-41a4-46db-a396-54c94cc9cf95" providerId="ADAL" clId="{8AF7FC4C-CF9B-4A6B-AAD0-0DBF7EC8CD02}" dt="2026-09-30T10:19:08.585" v="340" actId="478"/>
          <ac:spMkLst>
            <pc:docMk/>
            <pc:sldMk cId="0" sldId="263"/>
            <ac:spMk id="5" creationId="{00000000-0000-0000-0000-000000000000}"/>
          </ac:spMkLst>
        </pc:spChg>
        <pc:spChg chg="del mod">
          <ac:chgData name="Haider Yesid Fonseca Najar" userId="73f9163c-41a4-46db-a396-54c94cc9cf95" providerId="ADAL" clId="{8AF7FC4C-CF9B-4A6B-AAD0-0DBF7EC8CD02}" dt="2026-09-30T09:48:51.122" v="273" actId="21"/>
          <ac:spMkLst>
            <pc:docMk/>
            <pc:sldMk cId="0" sldId="263"/>
            <ac:spMk id="6" creationId="{00000000-0000-0000-0000-000000000000}"/>
          </ac:spMkLst>
        </pc:spChg>
        <pc:spChg chg="del mod">
          <ac:chgData name="Haider Yesid Fonseca Najar" userId="73f9163c-41a4-46db-a396-54c94cc9cf95" providerId="ADAL" clId="{8AF7FC4C-CF9B-4A6B-AAD0-0DBF7EC8CD02}" dt="2026-09-30T09:52:04.706" v="291" actId="478"/>
          <ac:spMkLst>
            <pc:docMk/>
            <pc:sldMk cId="0" sldId="263"/>
            <ac:spMk id="7" creationId="{00000000-0000-0000-0000-000000000000}"/>
          </ac:spMkLst>
        </pc:spChg>
        <pc:spChg chg="del mod">
          <ac:chgData name="Haider Yesid Fonseca Najar" userId="73f9163c-41a4-46db-a396-54c94cc9cf95" providerId="ADAL" clId="{8AF7FC4C-CF9B-4A6B-AAD0-0DBF7EC8CD02}" dt="2026-09-30T10:20:31.097" v="353" actId="478"/>
          <ac:spMkLst>
            <pc:docMk/>
            <pc:sldMk cId="0" sldId="263"/>
            <ac:spMk id="9" creationId="{00000000-0000-0000-0000-000000000000}"/>
          </ac:spMkLst>
        </pc:spChg>
        <pc:spChg chg="add mod">
          <ac:chgData name="Haider Yesid Fonseca Najar" userId="73f9163c-41a4-46db-a396-54c94cc9cf95" providerId="ADAL" clId="{8AF7FC4C-CF9B-4A6B-AAD0-0DBF7EC8CD02}" dt="2026-09-30T11:04:26.447" v="396" actId="20577"/>
          <ac:spMkLst>
            <pc:docMk/>
            <pc:sldMk cId="0" sldId="263"/>
            <ac:spMk id="13" creationId="{AE5B7918-983A-C4DE-02FB-1492349772ED}"/>
          </ac:spMkLst>
        </pc:spChg>
        <pc:spChg chg="add mod">
          <ac:chgData name="Haider Yesid Fonseca Najar" userId="73f9163c-41a4-46db-a396-54c94cc9cf95" providerId="ADAL" clId="{8AF7FC4C-CF9B-4A6B-AAD0-0DBF7EC8CD02}" dt="2026-09-30T11:06:01.820" v="402" actId="1076"/>
          <ac:spMkLst>
            <pc:docMk/>
            <pc:sldMk cId="0" sldId="263"/>
            <ac:spMk id="19" creationId="{C776A717-F793-052A-BFD8-AB4F98847645}"/>
          </ac:spMkLst>
        </pc:spChg>
        <pc:spChg chg="add mod">
          <ac:chgData name="Haider Yesid Fonseca Najar" userId="73f9163c-41a4-46db-a396-54c94cc9cf95" providerId="ADAL" clId="{8AF7FC4C-CF9B-4A6B-AAD0-0DBF7EC8CD02}" dt="2026-09-30T21:22:41.151" v="1159"/>
          <ac:spMkLst>
            <pc:docMk/>
            <pc:sldMk cId="0" sldId="263"/>
            <ac:spMk id="21" creationId="{180CA234-B141-FCAD-926C-0D67A16180BA}"/>
          </ac:spMkLst>
        </pc:spChg>
        <pc:picChg chg="del mod">
          <ac:chgData name="Haider Yesid Fonseca Najar" userId="73f9163c-41a4-46db-a396-54c94cc9cf95" providerId="ADAL" clId="{8AF7FC4C-CF9B-4A6B-AAD0-0DBF7EC8CD02}" dt="2026-09-30T10:19:10.323" v="341" actId="478"/>
          <ac:picMkLst>
            <pc:docMk/>
            <pc:sldMk cId="0" sldId="263"/>
            <ac:picMk id="8" creationId="{00000000-0000-0000-0000-000000000000}"/>
          </ac:picMkLst>
        </pc:picChg>
        <pc:picChg chg="add del mod">
          <ac:chgData name="Haider Yesid Fonseca Najar" userId="73f9163c-41a4-46db-a396-54c94cc9cf95" providerId="ADAL" clId="{8AF7FC4C-CF9B-4A6B-AAD0-0DBF7EC8CD02}" dt="2026-09-30T10:19:08.585" v="340" actId="478"/>
          <ac:picMkLst>
            <pc:docMk/>
            <pc:sldMk cId="0" sldId="263"/>
            <ac:picMk id="11" creationId="{0C44D1A2-4C60-421F-BFD8-9D73059F16B5}"/>
          </ac:picMkLst>
        </pc:picChg>
        <pc:picChg chg="add mod">
          <ac:chgData name="Haider Yesid Fonseca Najar" userId="73f9163c-41a4-46db-a396-54c94cc9cf95" providerId="ADAL" clId="{8AF7FC4C-CF9B-4A6B-AAD0-0DBF7EC8CD02}" dt="2026-09-30T11:04:32.942" v="397" actId="1076"/>
          <ac:picMkLst>
            <pc:docMk/>
            <pc:sldMk cId="0" sldId="263"/>
            <ac:picMk id="15" creationId="{A78B706B-E8B5-A22B-BB13-49FE006EA255}"/>
          </ac:picMkLst>
        </pc:picChg>
        <pc:picChg chg="add mod">
          <ac:chgData name="Haider Yesid Fonseca Najar" userId="73f9163c-41a4-46db-a396-54c94cc9cf95" providerId="ADAL" clId="{8AF7FC4C-CF9B-4A6B-AAD0-0DBF7EC8CD02}" dt="2026-09-30T11:06:01.820" v="402" actId="1076"/>
          <ac:picMkLst>
            <pc:docMk/>
            <pc:sldMk cId="0" sldId="263"/>
            <ac:picMk id="17" creationId="{BD44E3E2-6081-E1B0-F030-061FB359B834}"/>
          </ac:picMkLst>
        </pc:picChg>
      </pc:sldChg>
      <pc:sldChg chg="delSp modSp del mod modShow">
        <pc:chgData name="Haider Yesid Fonseca Najar" userId="73f9163c-41a4-46db-a396-54c94cc9cf95" providerId="ADAL" clId="{8AF7FC4C-CF9B-4A6B-AAD0-0DBF7EC8CD02}" dt="2026-09-30T21:23:09.486" v="1160" actId="47"/>
        <pc:sldMkLst>
          <pc:docMk/>
          <pc:sldMk cId="0" sldId="264"/>
        </pc:sldMkLst>
        <pc:spChg chg="del mod">
          <ac:chgData name="Haider Yesid Fonseca Najar" userId="73f9163c-41a4-46db-a396-54c94cc9cf95" providerId="ADAL" clId="{8AF7FC4C-CF9B-4A6B-AAD0-0DBF7EC8CD02}" dt="2026-09-30T10:20:58.410" v="355" actId="21"/>
          <ac:spMkLst>
            <pc:docMk/>
            <pc:sldMk cId="0" sldId="264"/>
            <ac:spMk id="5" creationId="{00000000-0000-0000-0000-000000000000}"/>
          </ac:spMkLst>
        </pc:spChg>
        <pc:spChg chg="del">
          <ac:chgData name="Haider Yesid Fonseca Najar" userId="73f9163c-41a4-46db-a396-54c94cc9cf95" providerId="ADAL" clId="{8AF7FC4C-CF9B-4A6B-AAD0-0DBF7EC8CD02}" dt="2026-09-30T10:20:21.264" v="350" actId="21"/>
          <ac:spMkLst>
            <pc:docMk/>
            <pc:sldMk cId="0" sldId="264"/>
            <ac:spMk id="7" creationId="{00000000-0000-0000-0000-000000000000}"/>
          </ac:spMkLst>
        </pc:spChg>
        <pc:picChg chg="del">
          <ac:chgData name="Haider Yesid Fonseca Najar" userId="73f9163c-41a4-46db-a396-54c94cc9cf95" providerId="ADAL" clId="{8AF7FC4C-CF9B-4A6B-AAD0-0DBF7EC8CD02}" dt="2026-09-30T10:19:51.646" v="345" actId="21"/>
          <ac:picMkLst>
            <pc:docMk/>
            <pc:sldMk cId="0" sldId="264"/>
            <ac:picMk id="6" creationId="{00000000-0000-0000-0000-000000000000}"/>
          </ac:picMkLst>
        </pc:picChg>
      </pc:sldChg>
      <pc:sldChg chg="modSp mod">
        <pc:chgData name="Haider Yesid Fonseca Najar" userId="73f9163c-41a4-46db-a396-54c94cc9cf95" providerId="ADAL" clId="{8AF7FC4C-CF9B-4A6B-AAD0-0DBF7EC8CD02}" dt="2026-09-30T11:38:09.253" v="554" actId="20577"/>
        <pc:sldMkLst>
          <pc:docMk/>
          <pc:sldMk cId="0" sldId="266"/>
        </pc:sldMkLst>
        <pc:spChg chg="mod">
          <ac:chgData name="Haider Yesid Fonseca Najar" userId="73f9163c-41a4-46db-a396-54c94cc9cf95" providerId="ADAL" clId="{8AF7FC4C-CF9B-4A6B-AAD0-0DBF7EC8CD02}" dt="2026-09-30T11:38:09.253" v="554" actId="20577"/>
          <ac:spMkLst>
            <pc:docMk/>
            <pc:sldMk cId="0" sldId="266"/>
            <ac:spMk id="6" creationId="{00000000-0000-0000-0000-000000000000}"/>
          </ac:spMkLst>
        </pc:spChg>
      </pc:sldChg>
      <pc:sldChg chg="del">
        <pc:chgData name="Haider Yesid Fonseca Najar" userId="73f9163c-41a4-46db-a396-54c94cc9cf95" providerId="ADAL" clId="{8AF7FC4C-CF9B-4A6B-AAD0-0DBF7EC8CD02}" dt="2026-09-30T12:11:18.796" v="743" actId="47"/>
        <pc:sldMkLst>
          <pc:docMk/>
          <pc:sldMk cId="0" sldId="267"/>
        </pc:sldMkLst>
      </pc:sldChg>
      <pc:sldChg chg="addSp delSp modSp mod">
        <pc:chgData name="Haider Yesid Fonseca Najar" userId="73f9163c-41a4-46db-a396-54c94cc9cf95" providerId="ADAL" clId="{8AF7FC4C-CF9B-4A6B-AAD0-0DBF7EC8CD02}" dt="2026-09-30T21:41:38.152" v="1166" actId="113"/>
        <pc:sldMkLst>
          <pc:docMk/>
          <pc:sldMk cId="0" sldId="268"/>
        </pc:sldMkLst>
        <pc:spChg chg="mod">
          <ac:chgData name="Haider Yesid Fonseca Najar" userId="73f9163c-41a4-46db-a396-54c94cc9cf95" providerId="ADAL" clId="{8AF7FC4C-CF9B-4A6B-AAD0-0DBF7EC8CD02}" dt="2026-09-30T15:14:13.824" v="1157" actId="20577"/>
          <ac:spMkLst>
            <pc:docMk/>
            <pc:sldMk cId="0" sldId="268"/>
            <ac:spMk id="2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2:35:26.936" v="860" actId="20577"/>
          <ac:spMkLst>
            <pc:docMk/>
            <pc:sldMk cId="0" sldId="268"/>
            <ac:spMk id="6" creationId="{00000000-0000-0000-0000-000000000000}"/>
          </ac:spMkLst>
        </pc:spChg>
        <pc:graphicFrameChg chg="add mod">
          <ac:chgData name="Haider Yesid Fonseca Najar" userId="73f9163c-41a4-46db-a396-54c94cc9cf95" providerId="ADAL" clId="{8AF7FC4C-CF9B-4A6B-AAD0-0DBF7EC8CD02}" dt="2026-09-30T12:27:36.536" v="759"/>
          <ac:graphicFrameMkLst>
            <pc:docMk/>
            <pc:sldMk cId="0" sldId="268"/>
            <ac:graphicFrameMk id="5" creationId="{52A4A4C6-3565-5E2B-0E53-9C8D75C7D0E2}"/>
          </ac:graphicFrameMkLst>
        </pc:graphicFrameChg>
        <pc:graphicFrameChg chg="add mod modGraphic">
          <ac:chgData name="Haider Yesid Fonseca Najar" userId="73f9163c-41a4-46db-a396-54c94cc9cf95" providerId="ADAL" clId="{8AF7FC4C-CF9B-4A6B-AAD0-0DBF7EC8CD02}" dt="2026-09-30T21:41:38.152" v="1166" actId="113"/>
          <ac:graphicFrameMkLst>
            <pc:docMk/>
            <pc:sldMk cId="0" sldId="268"/>
            <ac:graphicFrameMk id="7" creationId="{F951C62F-9F8C-5DA2-B0EB-0BFA1719C51E}"/>
          </ac:graphicFrameMkLst>
        </pc:graphicFrameChg>
        <pc:graphicFrameChg chg="del mod modGraphic">
          <ac:chgData name="Haider Yesid Fonseca Najar" userId="73f9163c-41a4-46db-a396-54c94cc9cf95" providerId="ADAL" clId="{8AF7FC4C-CF9B-4A6B-AAD0-0DBF7EC8CD02}" dt="2026-09-30T12:32:50.279" v="825" actId="478"/>
          <ac:graphicFrameMkLst>
            <pc:docMk/>
            <pc:sldMk cId="0" sldId="268"/>
            <ac:graphicFrameMk id="14" creationId="{00000000-0000-0000-0000-000000000000}"/>
          </ac:graphicFrameMkLst>
        </pc:graphicFrameChg>
      </pc:sldChg>
      <pc:sldChg chg="addSp delSp modSp mod">
        <pc:chgData name="Haider Yesid Fonseca Najar" userId="73f9163c-41a4-46db-a396-54c94cc9cf95" providerId="ADAL" clId="{8AF7FC4C-CF9B-4A6B-AAD0-0DBF7EC8CD02}" dt="2026-09-30T13:00:02.702" v="908" actId="1076"/>
        <pc:sldMkLst>
          <pc:docMk/>
          <pc:sldMk cId="0" sldId="269"/>
        </pc:sldMkLst>
        <pc:spChg chg="mod">
          <ac:chgData name="Haider Yesid Fonseca Najar" userId="73f9163c-41a4-46db-a396-54c94cc9cf95" providerId="ADAL" clId="{8AF7FC4C-CF9B-4A6B-AAD0-0DBF7EC8CD02}" dt="2026-09-30T12:46:53.650" v="871" actId="20577"/>
          <ac:spMkLst>
            <pc:docMk/>
            <pc:sldMk cId="0" sldId="269"/>
            <ac:spMk id="6" creationId="{00000000-0000-0000-0000-000000000000}"/>
          </ac:spMkLst>
        </pc:spChg>
        <pc:spChg chg="add del">
          <ac:chgData name="Haider Yesid Fonseca Najar" userId="73f9163c-41a4-46db-a396-54c94cc9cf95" providerId="ADAL" clId="{8AF7FC4C-CF9B-4A6B-AAD0-0DBF7EC8CD02}" dt="2026-09-30T12:43:06.970" v="863" actId="478"/>
          <ac:spMkLst>
            <pc:docMk/>
            <pc:sldMk cId="0" sldId="269"/>
            <ac:spMk id="8" creationId="{DA8FD594-3F91-AD36-C0B9-B56FA56500C2}"/>
          </ac:spMkLst>
        </pc:spChg>
        <pc:graphicFrameChg chg="del">
          <ac:chgData name="Haider Yesid Fonseca Najar" userId="73f9163c-41a4-46db-a396-54c94cc9cf95" providerId="ADAL" clId="{8AF7FC4C-CF9B-4A6B-AAD0-0DBF7EC8CD02}" dt="2026-09-30T12:43:03.581" v="861" actId="478"/>
          <ac:graphicFrameMkLst>
            <pc:docMk/>
            <pc:sldMk cId="0" sldId="269"/>
            <ac:graphicFrameMk id="5" creationId="{00000000-0000-0000-0000-000000000000}"/>
          </ac:graphicFrameMkLst>
        </pc:graphicFrameChg>
        <pc:graphicFrameChg chg="add mod">
          <ac:chgData name="Haider Yesid Fonseca Najar" userId="73f9163c-41a4-46db-a396-54c94cc9cf95" providerId="ADAL" clId="{8AF7FC4C-CF9B-4A6B-AAD0-0DBF7EC8CD02}" dt="2026-09-30T12:56:43.462" v="872"/>
          <ac:graphicFrameMkLst>
            <pc:docMk/>
            <pc:sldMk cId="0" sldId="269"/>
            <ac:graphicFrameMk id="11" creationId="{AD7B8744-BF69-059D-D580-32D198100E65}"/>
          </ac:graphicFrameMkLst>
        </pc:graphicFrameChg>
        <pc:graphicFrameChg chg="add mod modGraphic">
          <ac:chgData name="Haider Yesid Fonseca Najar" userId="73f9163c-41a4-46db-a396-54c94cc9cf95" providerId="ADAL" clId="{8AF7FC4C-CF9B-4A6B-AAD0-0DBF7EC8CD02}" dt="2026-09-30T13:00:02.702" v="908" actId="1076"/>
          <ac:graphicFrameMkLst>
            <pc:docMk/>
            <pc:sldMk cId="0" sldId="269"/>
            <ac:graphicFrameMk id="12" creationId="{D5AB261C-60F2-E291-F255-84E1F2DE4EC4}"/>
          </ac:graphicFrameMkLst>
        </pc:graphicFrameChg>
        <pc:picChg chg="add mod modCrop">
          <ac:chgData name="Haider Yesid Fonseca Najar" userId="73f9163c-41a4-46db-a396-54c94cc9cf95" providerId="ADAL" clId="{8AF7FC4C-CF9B-4A6B-AAD0-0DBF7EC8CD02}" dt="2026-09-30T12:44:41.630" v="870" actId="14100"/>
          <ac:picMkLst>
            <pc:docMk/>
            <pc:sldMk cId="0" sldId="269"/>
            <ac:picMk id="10" creationId="{7997938A-4670-4682-BBF7-1BDD364785EE}"/>
          </ac:picMkLst>
        </pc:picChg>
      </pc:sldChg>
      <pc:sldChg chg="mod modShow">
        <pc:chgData name="Haider Yesid Fonseca Najar" userId="73f9163c-41a4-46db-a396-54c94cc9cf95" providerId="ADAL" clId="{8AF7FC4C-CF9B-4A6B-AAD0-0DBF7EC8CD02}" dt="2026-09-30T13:12:29.704" v="909" actId="729"/>
        <pc:sldMkLst>
          <pc:docMk/>
          <pc:sldMk cId="0" sldId="270"/>
        </pc:sldMkLst>
      </pc:sldChg>
      <pc:sldChg chg="modSp mod">
        <pc:chgData name="Haider Yesid Fonseca Najar" userId="73f9163c-41a4-46db-a396-54c94cc9cf95" providerId="ADAL" clId="{8AF7FC4C-CF9B-4A6B-AAD0-0DBF7EC8CD02}" dt="2026-09-30T23:33:32.462" v="1324" actId="20577"/>
        <pc:sldMkLst>
          <pc:docMk/>
          <pc:sldMk cId="0" sldId="271"/>
        </pc:sldMkLst>
        <pc:spChg chg="mod">
          <ac:chgData name="Haider Yesid Fonseca Najar" userId="73f9163c-41a4-46db-a396-54c94cc9cf95" providerId="ADAL" clId="{8AF7FC4C-CF9B-4A6B-AAD0-0DBF7EC8CD02}" dt="2026-09-30T23:33:32.462" v="1324" actId="20577"/>
          <ac:spMkLst>
            <pc:docMk/>
            <pc:sldMk cId="0" sldId="271"/>
            <ac:spMk id="5" creationId="{00000000-0000-0000-0000-000000000000}"/>
          </ac:spMkLst>
        </pc:spChg>
      </pc:sldChg>
      <pc:sldChg chg="addSp delSp modSp mod">
        <pc:chgData name="Haider Yesid Fonseca Najar" userId="73f9163c-41a4-46db-a396-54c94cc9cf95" providerId="ADAL" clId="{8AF7FC4C-CF9B-4A6B-AAD0-0DBF7EC8CD02}" dt="2026-09-30T21:53:56.339" v="1179" actId="1076"/>
        <pc:sldMkLst>
          <pc:docMk/>
          <pc:sldMk cId="0" sldId="272"/>
        </pc:sldMkLst>
        <pc:spChg chg="mod">
          <ac:chgData name="Haider Yesid Fonseca Najar" userId="73f9163c-41a4-46db-a396-54c94cc9cf95" providerId="ADAL" clId="{8AF7FC4C-CF9B-4A6B-AAD0-0DBF7EC8CD02}" dt="2026-09-30T13:14:50.581" v="931" actId="20577"/>
          <ac:spMkLst>
            <pc:docMk/>
            <pc:sldMk cId="0" sldId="272"/>
            <ac:spMk id="5" creationId="{00000000-0000-0000-0000-000000000000}"/>
          </ac:spMkLst>
        </pc:spChg>
        <pc:spChg chg="del mod">
          <ac:chgData name="Haider Yesid Fonseca Najar" userId="73f9163c-41a4-46db-a396-54c94cc9cf95" providerId="ADAL" clId="{8AF7FC4C-CF9B-4A6B-AAD0-0DBF7EC8CD02}" dt="2026-09-30T21:53:49.469" v="1177" actId="478"/>
          <ac:spMkLst>
            <pc:docMk/>
            <pc:sldMk cId="0" sldId="272"/>
            <ac:spMk id="6" creationId="{00000000-0000-0000-0000-000000000000}"/>
          </ac:spMkLst>
        </pc:spChg>
        <pc:picChg chg="add mod">
          <ac:chgData name="Haider Yesid Fonseca Najar" userId="73f9163c-41a4-46db-a396-54c94cc9cf95" providerId="ADAL" clId="{8AF7FC4C-CF9B-4A6B-AAD0-0DBF7EC8CD02}" dt="2026-09-30T21:53:56.339" v="1179" actId="1076"/>
          <ac:picMkLst>
            <pc:docMk/>
            <pc:sldMk cId="0" sldId="272"/>
            <ac:picMk id="9" creationId="{3D01A920-E390-39CE-396C-245C432BA481}"/>
          </ac:picMkLst>
        </pc:picChg>
      </pc:sldChg>
      <pc:sldChg chg="addSp delSp modSp del mod modShow">
        <pc:chgData name="Haider Yesid Fonseca Najar" userId="73f9163c-41a4-46db-a396-54c94cc9cf95" providerId="ADAL" clId="{8AF7FC4C-CF9B-4A6B-AAD0-0DBF7EC8CD02}" dt="2026-09-30T13:48:20.975" v="1112" actId="47"/>
        <pc:sldMkLst>
          <pc:docMk/>
          <pc:sldMk cId="0" sldId="273"/>
        </pc:sldMkLst>
        <pc:spChg chg="mod">
          <ac:chgData name="Haider Yesid Fonseca Najar" userId="73f9163c-41a4-46db-a396-54c94cc9cf95" providerId="ADAL" clId="{8AF7FC4C-CF9B-4A6B-AAD0-0DBF7EC8CD02}" dt="2026-09-30T13:33:08.525" v="991" actId="20577"/>
          <ac:spMkLst>
            <pc:docMk/>
            <pc:sldMk cId="0" sldId="273"/>
            <ac:spMk id="2" creationId="{00000000-0000-0000-0000-000000000000}"/>
          </ac:spMkLst>
        </pc:spChg>
        <pc:spChg chg="del">
          <ac:chgData name="Haider Yesid Fonseca Najar" userId="73f9163c-41a4-46db-a396-54c94cc9cf95" providerId="ADAL" clId="{8AF7FC4C-CF9B-4A6B-AAD0-0DBF7EC8CD02}" dt="2026-09-30T13:30:16.543" v="969" actId="478"/>
          <ac:spMkLst>
            <pc:docMk/>
            <pc:sldMk cId="0" sldId="273"/>
            <ac:spMk id="7" creationId="{00000000-0000-0000-0000-000000000000}"/>
          </ac:spMkLst>
        </pc:spChg>
        <pc:spChg chg="del">
          <ac:chgData name="Haider Yesid Fonseca Najar" userId="73f9163c-41a4-46db-a396-54c94cc9cf95" providerId="ADAL" clId="{8AF7FC4C-CF9B-4A6B-AAD0-0DBF7EC8CD02}" dt="2026-09-30T13:30:16.543" v="969" actId="478"/>
          <ac:spMkLst>
            <pc:docMk/>
            <pc:sldMk cId="0" sldId="273"/>
            <ac:spMk id="8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3:33:15.292" v="992" actId="20577"/>
          <ac:spMkLst>
            <pc:docMk/>
            <pc:sldMk cId="0" sldId="273"/>
            <ac:spMk id="9" creationId="{00000000-0000-0000-0000-000000000000}"/>
          </ac:spMkLst>
        </pc:spChg>
        <pc:graphicFrameChg chg="del">
          <ac:chgData name="Haider Yesid Fonseca Najar" userId="73f9163c-41a4-46db-a396-54c94cc9cf95" providerId="ADAL" clId="{8AF7FC4C-CF9B-4A6B-AAD0-0DBF7EC8CD02}" dt="2026-09-30T13:30:12.822" v="968" actId="478"/>
          <ac:graphicFrameMkLst>
            <pc:docMk/>
            <pc:sldMk cId="0" sldId="273"/>
            <ac:graphicFrameMk id="19" creationId="{00000000-0000-0000-0000-000000000000}"/>
          </ac:graphicFrameMkLst>
        </pc:graphicFrameChg>
        <pc:picChg chg="add del mod">
          <ac:chgData name="Haider Yesid Fonseca Najar" userId="73f9163c-41a4-46db-a396-54c94cc9cf95" providerId="ADAL" clId="{8AF7FC4C-CF9B-4A6B-AAD0-0DBF7EC8CD02}" dt="2026-09-30T13:32:14.169" v="974" actId="478"/>
          <ac:picMkLst>
            <pc:docMk/>
            <pc:sldMk cId="0" sldId="273"/>
            <ac:picMk id="10" creationId="{E2E0820A-6964-C4EC-CA6A-83BFA0349B78}"/>
          </ac:picMkLst>
        </pc:picChg>
        <pc:picChg chg="add mod">
          <ac:chgData name="Haider Yesid Fonseca Najar" userId="73f9163c-41a4-46db-a396-54c94cc9cf95" providerId="ADAL" clId="{8AF7FC4C-CF9B-4A6B-AAD0-0DBF7EC8CD02}" dt="2026-09-30T13:32:26.897" v="979" actId="14100"/>
          <ac:picMkLst>
            <pc:docMk/>
            <pc:sldMk cId="0" sldId="273"/>
            <ac:picMk id="12" creationId="{768B0CBB-B1EE-B4D0-5029-D197F35910BB}"/>
          </ac:picMkLst>
        </pc:picChg>
      </pc:sldChg>
      <pc:sldChg chg="addSp delSp modSp del mod modAnim">
        <pc:chgData name="Haider Yesid Fonseca Najar" userId="73f9163c-41a4-46db-a396-54c94cc9cf95" providerId="ADAL" clId="{8AF7FC4C-CF9B-4A6B-AAD0-0DBF7EC8CD02}" dt="2026-09-30T13:51:38.596" v="1113" actId="2696"/>
        <pc:sldMkLst>
          <pc:docMk/>
          <pc:sldMk cId="0" sldId="274"/>
        </pc:sldMkLst>
        <pc:spChg chg="mod">
          <ac:chgData name="Haider Yesid Fonseca Najar" userId="73f9163c-41a4-46db-a396-54c94cc9cf95" providerId="ADAL" clId="{8AF7FC4C-CF9B-4A6B-AAD0-0DBF7EC8CD02}" dt="2026-09-30T13:20:42.933" v="940" actId="20577"/>
          <ac:spMkLst>
            <pc:docMk/>
            <pc:sldMk cId="0" sldId="274"/>
            <ac:spMk id="2" creationId="{00000000-0000-0000-0000-000000000000}"/>
          </ac:spMkLst>
        </pc:spChg>
        <pc:spChg chg="del">
          <ac:chgData name="Haider Yesid Fonseca Najar" userId="73f9163c-41a4-46db-a396-54c94cc9cf95" providerId="ADAL" clId="{8AF7FC4C-CF9B-4A6B-AAD0-0DBF7EC8CD02}" dt="2026-09-30T13:43:36.629" v="1101" actId="478"/>
          <ac:spMkLst>
            <pc:docMk/>
            <pc:sldMk cId="0" sldId="274"/>
            <ac:spMk id="4" creationId="{00000000-0000-0000-0000-000000000000}"/>
          </ac:spMkLst>
        </pc:spChg>
        <pc:spChg chg="del">
          <ac:chgData name="Haider Yesid Fonseca Najar" userId="73f9163c-41a4-46db-a396-54c94cc9cf95" providerId="ADAL" clId="{8AF7FC4C-CF9B-4A6B-AAD0-0DBF7EC8CD02}" dt="2026-09-30T13:43:36.629" v="1101" actId="478"/>
          <ac:spMkLst>
            <pc:docMk/>
            <pc:sldMk cId="0" sldId="274"/>
            <ac:spMk id="6" creationId="{00000000-0000-0000-0000-000000000000}"/>
          </ac:spMkLst>
        </pc:spChg>
        <pc:spChg chg="del">
          <ac:chgData name="Haider Yesid Fonseca Najar" userId="73f9163c-41a4-46db-a396-54c94cc9cf95" providerId="ADAL" clId="{8AF7FC4C-CF9B-4A6B-AAD0-0DBF7EC8CD02}" dt="2026-09-30T13:43:36.629" v="1101" actId="478"/>
          <ac:spMkLst>
            <pc:docMk/>
            <pc:sldMk cId="0" sldId="274"/>
            <ac:spMk id="8" creationId="{00000000-0000-0000-0000-000000000000}"/>
          </ac:spMkLst>
        </pc:spChg>
        <pc:picChg chg="del">
          <ac:chgData name="Haider Yesid Fonseca Najar" userId="73f9163c-41a4-46db-a396-54c94cc9cf95" providerId="ADAL" clId="{8AF7FC4C-CF9B-4A6B-AAD0-0DBF7EC8CD02}" dt="2026-09-30T13:43:38.430" v="1102" actId="478"/>
          <ac:picMkLst>
            <pc:docMk/>
            <pc:sldMk cId="0" sldId="274"/>
            <ac:picMk id="5" creationId="{00000000-0000-0000-0000-000000000000}"/>
          </ac:picMkLst>
        </pc:picChg>
        <pc:picChg chg="del">
          <ac:chgData name="Haider Yesid Fonseca Najar" userId="73f9163c-41a4-46db-a396-54c94cc9cf95" providerId="ADAL" clId="{8AF7FC4C-CF9B-4A6B-AAD0-0DBF7EC8CD02}" dt="2026-09-30T13:43:39.747" v="1103" actId="478"/>
          <ac:picMkLst>
            <pc:docMk/>
            <pc:sldMk cId="0" sldId="274"/>
            <ac:picMk id="7" creationId="{00000000-0000-0000-0000-000000000000}"/>
          </ac:picMkLst>
        </pc:picChg>
        <pc:picChg chg="add mod">
          <ac:chgData name="Haider Yesid Fonseca Najar" userId="73f9163c-41a4-46db-a396-54c94cc9cf95" providerId="ADAL" clId="{8AF7FC4C-CF9B-4A6B-AAD0-0DBF7EC8CD02}" dt="2026-09-30T13:43:51.158" v="1105" actId="1076"/>
          <ac:picMkLst>
            <pc:docMk/>
            <pc:sldMk cId="0" sldId="274"/>
            <ac:picMk id="9" creationId="{2D2A06DE-20CB-9400-15AF-CB5B3535CC5E}"/>
          </ac:picMkLst>
        </pc:picChg>
      </pc:sldChg>
      <pc:sldChg chg="add mod setBg modShow">
        <pc:chgData name="Haider Yesid Fonseca Najar" userId="73f9163c-41a4-46db-a396-54c94cc9cf95" providerId="ADAL" clId="{8AF7FC4C-CF9B-4A6B-AAD0-0DBF7EC8CD02}" dt="2026-09-30T22:08:12.320" v="1223" actId="729"/>
        <pc:sldMkLst>
          <pc:docMk/>
          <pc:sldMk cId="2052400292" sldId="274"/>
        </pc:sldMkLst>
      </pc:sldChg>
      <pc:sldChg chg="modSp mod modShow">
        <pc:chgData name="Haider Yesid Fonseca Najar" userId="73f9163c-41a4-46db-a396-54c94cc9cf95" providerId="ADAL" clId="{8AF7FC4C-CF9B-4A6B-AAD0-0DBF7EC8CD02}" dt="2026-09-30T23:58:20.688" v="1354" actId="20577"/>
        <pc:sldMkLst>
          <pc:docMk/>
          <pc:sldMk cId="0" sldId="275"/>
        </pc:sldMkLst>
        <pc:spChg chg="mod">
          <ac:chgData name="Haider Yesid Fonseca Najar" userId="73f9163c-41a4-46db-a396-54c94cc9cf95" providerId="ADAL" clId="{8AF7FC4C-CF9B-4A6B-AAD0-0DBF7EC8CD02}" dt="2026-09-30T23:58:20.688" v="1354" actId="20577"/>
          <ac:spMkLst>
            <pc:docMk/>
            <pc:sldMk cId="0" sldId="275"/>
            <ac:spMk id="5" creationId="{00000000-0000-0000-0000-000000000000}"/>
          </ac:spMkLst>
        </pc:spChg>
      </pc:sldChg>
      <pc:sldChg chg="addSp delSp modSp add mod modShow">
        <pc:chgData name="Haider Yesid Fonseca Najar" userId="73f9163c-41a4-46db-a396-54c94cc9cf95" providerId="ADAL" clId="{8AF7FC4C-CF9B-4A6B-AAD0-0DBF7EC8CD02}" dt="2026-09-30T22:59:18.296" v="1313" actId="729"/>
        <pc:sldMkLst>
          <pc:docMk/>
          <pc:sldMk cId="0" sldId="280"/>
        </pc:sldMkLst>
        <pc:spChg chg="mod">
          <ac:chgData name="Haider Yesid Fonseca Najar" userId="73f9163c-41a4-46db-a396-54c94cc9cf95" providerId="ADAL" clId="{8AF7FC4C-CF9B-4A6B-AAD0-0DBF7EC8CD02}" dt="2026-09-30T09:08:39.603" v="206" actId="1076"/>
          <ac:spMkLst>
            <pc:docMk/>
            <pc:sldMk cId="0" sldId="280"/>
            <ac:spMk id="2" creationId="{00000000-0000-0000-0000-000000000000}"/>
          </ac:spMkLst>
        </pc:spChg>
        <pc:spChg chg="del">
          <ac:chgData name="Haider Yesid Fonseca Najar" userId="73f9163c-41a4-46db-a396-54c94cc9cf95" providerId="ADAL" clId="{8AF7FC4C-CF9B-4A6B-AAD0-0DBF7EC8CD02}" dt="2026-09-30T09:08:45.543" v="207" actId="478"/>
          <ac:spMkLst>
            <pc:docMk/>
            <pc:sldMk cId="0" sldId="280"/>
            <ac:spMk id="3" creationId="{00000000-0000-0000-0000-000000000000}"/>
          </ac:spMkLst>
        </pc:spChg>
        <pc:spChg chg="del">
          <ac:chgData name="Haider Yesid Fonseca Najar" userId="73f9163c-41a4-46db-a396-54c94cc9cf95" providerId="ADAL" clId="{8AF7FC4C-CF9B-4A6B-AAD0-0DBF7EC8CD02}" dt="2026-09-30T09:08:04.483" v="203" actId="478"/>
          <ac:spMkLst>
            <pc:docMk/>
            <pc:sldMk cId="0" sldId="280"/>
            <ac:spMk id="4" creationId="{00000000-0000-0000-0000-000000000000}"/>
          </ac:spMkLst>
        </pc:spChg>
        <pc:spChg chg="del">
          <ac:chgData name="Haider Yesid Fonseca Najar" userId="73f9163c-41a4-46db-a396-54c94cc9cf95" providerId="ADAL" clId="{8AF7FC4C-CF9B-4A6B-AAD0-0DBF7EC8CD02}" dt="2026-09-30T09:08:04.483" v="203" actId="478"/>
          <ac:spMkLst>
            <pc:docMk/>
            <pc:sldMk cId="0" sldId="280"/>
            <ac:spMk id="5" creationId="{00000000-0000-0000-0000-000000000000}"/>
          </ac:spMkLst>
        </pc:spChg>
        <pc:spChg chg="del">
          <ac:chgData name="Haider Yesid Fonseca Najar" userId="73f9163c-41a4-46db-a396-54c94cc9cf95" providerId="ADAL" clId="{8AF7FC4C-CF9B-4A6B-AAD0-0DBF7EC8CD02}" dt="2026-09-30T09:08:04.483" v="203" actId="478"/>
          <ac:spMkLst>
            <pc:docMk/>
            <pc:sldMk cId="0" sldId="280"/>
            <ac:spMk id="6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09:09:10.843" v="208" actId="1076"/>
          <ac:spMkLst>
            <pc:docMk/>
            <pc:sldMk cId="0" sldId="280"/>
            <ac:spMk id="8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09:09:10.843" v="208" actId="1076"/>
          <ac:spMkLst>
            <pc:docMk/>
            <pc:sldMk cId="0" sldId="280"/>
            <ac:spMk id="9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09:09:10.843" v="208" actId="1076"/>
          <ac:spMkLst>
            <pc:docMk/>
            <pc:sldMk cId="0" sldId="280"/>
            <ac:spMk id="10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09:09:10.843" v="208" actId="1076"/>
          <ac:spMkLst>
            <pc:docMk/>
            <pc:sldMk cId="0" sldId="280"/>
            <ac:spMk id="12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09:09:10.843" v="208" actId="1076"/>
          <ac:spMkLst>
            <pc:docMk/>
            <pc:sldMk cId="0" sldId="280"/>
            <ac:spMk id="13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09:09:10.843" v="208" actId="1076"/>
          <ac:spMkLst>
            <pc:docMk/>
            <pc:sldMk cId="0" sldId="280"/>
            <ac:spMk id="14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09:09:10.843" v="208" actId="1076"/>
          <ac:spMkLst>
            <pc:docMk/>
            <pc:sldMk cId="0" sldId="280"/>
            <ac:spMk id="15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09:09:10.843" v="208" actId="1076"/>
          <ac:spMkLst>
            <pc:docMk/>
            <pc:sldMk cId="0" sldId="280"/>
            <ac:spMk id="16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09:09:10.843" v="208" actId="1076"/>
          <ac:spMkLst>
            <pc:docMk/>
            <pc:sldMk cId="0" sldId="280"/>
            <ac:spMk id="18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09:09:10.843" v="208" actId="1076"/>
          <ac:spMkLst>
            <pc:docMk/>
            <pc:sldMk cId="0" sldId="280"/>
            <ac:spMk id="19" creationId="{00000000-0000-0000-0000-000000000000}"/>
          </ac:spMkLst>
        </pc:spChg>
        <pc:spChg chg="add">
          <ac:chgData name="Haider Yesid Fonseca Najar" userId="73f9163c-41a4-46db-a396-54c94cc9cf95" providerId="ADAL" clId="{8AF7FC4C-CF9B-4A6B-AAD0-0DBF7EC8CD02}" dt="2026-09-30T09:07:55.499" v="202" actId="22"/>
          <ac:spMkLst>
            <pc:docMk/>
            <pc:sldMk cId="0" sldId="280"/>
            <ac:spMk id="21" creationId="{684275A7-DFD2-28B9-ECEF-FE8EFABC9939}"/>
          </ac:spMkLst>
        </pc:spChg>
      </pc:sldChg>
      <pc:sldChg chg="delSp modSp add mod ord setBg">
        <pc:chgData name="Haider Yesid Fonseca Najar" userId="73f9163c-41a4-46db-a396-54c94cc9cf95" providerId="ADAL" clId="{8AF7FC4C-CF9B-4A6B-AAD0-0DBF7EC8CD02}" dt="2026-09-30T10:19:31.225" v="344" actId="1076"/>
        <pc:sldMkLst>
          <pc:docMk/>
          <pc:sldMk cId="1597860097" sldId="281"/>
        </pc:sldMkLst>
        <pc:spChg chg="mod">
          <ac:chgData name="Haider Yesid Fonseca Najar" userId="73f9163c-41a4-46db-a396-54c94cc9cf95" providerId="ADAL" clId="{8AF7FC4C-CF9B-4A6B-AAD0-0DBF7EC8CD02}" dt="2026-09-30T10:19:27.142" v="343" actId="1076"/>
          <ac:spMkLst>
            <pc:docMk/>
            <pc:sldMk cId="1597860097" sldId="281"/>
            <ac:spMk id="5" creationId="{C0BC99A4-8901-CBE8-2E61-2A361AAC380F}"/>
          </ac:spMkLst>
        </pc:spChg>
        <pc:spChg chg="del">
          <ac:chgData name="Haider Yesid Fonseca Najar" userId="73f9163c-41a4-46db-a396-54c94cc9cf95" providerId="ADAL" clId="{8AF7FC4C-CF9B-4A6B-AAD0-0DBF7EC8CD02}" dt="2026-09-30T10:18:52.906" v="337" actId="21"/>
          <ac:spMkLst>
            <pc:docMk/>
            <pc:sldMk cId="1597860097" sldId="281"/>
            <ac:spMk id="13" creationId="{D73C78FA-07B2-EEB8-2DD7-8D95FF40587D}"/>
          </ac:spMkLst>
        </pc:spChg>
        <pc:picChg chg="mod">
          <ac:chgData name="Haider Yesid Fonseca Najar" userId="73f9163c-41a4-46db-a396-54c94cc9cf95" providerId="ADAL" clId="{8AF7FC4C-CF9B-4A6B-AAD0-0DBF7EC8CD02}" dt="2026-09-30T10:19:31.225" v="344" actId="1076"/>
          <ac:picMkLst>
            <pc:docMk/>
            <pc:sldMk cId="1597860097" sldId="281"/>
            <ac:picMk id="11" creationId="{F1CAB12C-ED98-DD3A-788E-3CDB02F38FDA}"/>
          </ac:picMkLst>
        </pc:picChg>
        <pc:picChg chg="del">
          <ac:chgData name="Haider Yesid Fonseca Najar" userId="73f9163c-41a4-46db-a396-54c94cc9cf95" providerId="ADAL" clId="{8AF7FC4C-CF9B-4A6B-AAD0-0DBF7EC8CD02}" dt="2026-09-30T10:18:52.906" v="337" actId="21"/>
          <ac:picMkLst>
            <pc:docMk/>
            <pc:sldMk cId="1597860097" sldId="281"/>
            <ac:picMk id="15" creationId="{12033864-3AA0-EAC7-C22B-A63C65B815E5}"/>
          </ac:picMkLst>
        </pc:picChg>
      </pc:sldChg>
      <pc:sldChg chg="addSp delSp modSp add mod setBg">
        <pc:chgData name="Haider Yesid Fonseca Najar" userId="73f9163c-41a4-46db-a396-54c94cc9cf95" providerId="ADAL" clId="{8AF7FC4C-CF9B-4A6B-AAD0-0DBF7EC8CD02}" dt="2026-09-30T11:25:21.673" v="504"/>
        <pc:sldMkLst>
          <pc:docMk/>
          <pc:sldMk cId="1033862045" sldId="282"/>
        </pc:sldMkLst>
        <pc:spChg chg="mod">
          <ac:chgData name="Haider Yesid Fonseca Najar" userId="73f9163c-41a4-46db-a396-54c94cc9cf95" providerId="ADAL" clId="{8AF7FC4C-CF9B-4A6B-AAD0-0DBF7EC8CD02}" dt="2026-09-30T11:12:48.100" v="410" actId="1076"/>
          <ac:spMkLst>
            <pc:docMk/>
            <pc:sldMk cId="1033862045" sldId="282"/>
            <ac:spMk id="5" creationId="{466F8DCF-1949-C88A-DDBD-E20020E65EC5}"/>
          </ac:spMkLst>
        </pc:spChg>
        <pc:spChg chg="del">
          <ac:chgData name="Haider Yesid Fonseca Najar" userId="73f9163c-41a4-46db-a396-54c94cc9cf95" providerId="ADAL" clId="{8AF7FC4C-CF9B-4A6B-AAD0-0DBF7EC8CD02}" dt="2026-09-30T11:12:50.442" v="411" actId="478"/>
          <ac:spMkLst>
            <pc:docMk/>
            <pc:sldMk cId="1033862045" sldId="282"/>
            <ac:spMk id="6" creationId="{470D1FE6-5F5B-84A5-4D8F-B158F8F007AD}"/>
          </ac:spMkLst>
        </pc:spChg>
        <pc:spChg chg="del">
          <ac:chgData name="Haider Yesid Fonseca Najar" userId="73f9163c-41a4-46db-a396-54c94cc9cf95" providerId="ADAL" clId="{8AF7FC4C-CF9B-4A6B-AAD0-0DBF7EC8CD02}" dt="2026-09-30T11:12:10.688" v="405" actId="478"/>
          <ac:spMkLst>
            <pc:docMk/>
            <pc:sldMk cId="1033862045" sldId="282"/>
            <ac:spMk id="7" creationId="{BA8760DA-1D35-9F04-B614-FC647515C089}"/>
          </ac:spMkLst>
        </pc:spChg>
        <pc:spChg chg="del">
          <ac:chgData name="Haider Yesid Fonseca Najar" userId="73f9163c-41a4-46db-a396-54c94cc9cf95" providerId="ADAL" clId="{8AF7FC4C-CF9B-4A6B-AAD0-0DBF7EC8CD02}" dt="2026-09-30T11:12:24.104" v="409" actId="478"/>
          <ac:spMkLst>
            <pc:docMk/>
            <pc:sldMk cId="1033862045" sldId="282"/>
            <ac:spMk id="8" creationId="{7EBE5151-C6A2-A542-1A0D-5795F08A0260}"/>
          </ac:spMkLst>
        </pc:spChg>
        <pc:spChg chg="del">
          <ac:chgData name="Haider Yesid Fonseca Najar" userId="73f9163c-41a4-46db-a396-54c94cc9cf95" providerId="ADAL" clId="{8AF7FC4C-CF9B-4A6B-AAD0-0DBF7EC8CD02}" dt="2026-09-30T11:12:10.688" v="405" actId="478"/>
          <ac:spMkLst>
            <pc:docMk/>
            <pc:sldMk cId="1033862045" sldId="282"/>
            <ac:spMk id="9" creationId="{621CB7F9-3834-3E4A-D509-62A236E184A7}"/>
          </ac:spMkLst>
        </pc:spChg>
        <pc:spChg chg="del">
          <ac:chgData name="Haider Yesid Fonseca Najar" userId="73f9163c-41a4-46db-a396-54c94cc9cf95" providerId="ADAL" clId="{8AF7FC4C-CF9B-4A6B-AAD0-0DBF7EC8CD02}" dt="2026-09-30T11:12:13.744" v="406" actId="478"/>
          <ac:spMkLst>
            <pc:docMk/>
            <pc:sldMk cId="1033862045" sldId="282"/>
            <ac:spMk id="10" creationId="{E8E27BC0-0E5D-B098-244F-D94B313C2148}"/>
          </ac:spMkLst>
        </pc:spChg>
        <pc:spChg chg="del">
          <ac:chgData name="Haider Yesid Fonseca Najar" userId="73f9163c-41a4-46db-a396-54c94cc9cf95" providerId="ADAL" clId="{8AF7FC4C-CF9B-4A6B-AAD0-0DBF7EC8CD02}" dt="2026-09-30T11:12:10.688" v="405" actId="478"/>
          <ac:spMkLst>
            <pc:docMk/>
            <pc:sldMk cId="1033862045" sldId="282"/>
            <ac:spMk id="11" creationId="{68F088C5-BC29-ADC5-F811-FFC6B43E8B3E}"/>
          </ac:spMkLst>
        </pc:spChg>
        <pc:spChg chg="del">
          <ac:chgData name="Haider Yesid Fonseca Najar" userId="73f9163c-41a4-46db-a396-54c94cc9cf95" providerId="ADAL" clId="{8AF7FC4C-CF9B-4A6B-AAD0-0DBF7EC8CD02}" dt="2026-09-30T11:12:13.744" v="406" actId="478"/>
          <ac:spMkLst>
            <pc:docMk/>
            <pc:sldMk cId="1033862045" sldId="282"/>
            <ac:spMk id="12" creationId="{ADDE6F19-AC9A-9956-0AEA-DF22D01FFD89}"/>
          </ac:spMkLst>
        </pc:spChg>
        <pc:spChg chg="del mod">
          <ac:chgData name="Haider Yesid Fonseca Najar" userId="73f9163c-41a4-46db-a396-54c94cc9cf95" providerId="ADAL" clId="{8AF7FC4C-CF9B-4A6B-AAD0-0DBF7EC8CD02}" dt="2026-09-30T11:12:19.969" v="408" actId="478"/>
          <ac:spMkLst>
            <pc:docMk/>
            <pc:sldMk cId="1033862045" sldId="282"/>
            <ac:spMk id="13" creationId="{AB75BC61-A958-BCE0-F64A-68003B211F3F}"/>
          </ac:spMkLst>
        </pc:spChg>
        <pc:spChg chg="add mod">
          <ac:chgData name="Haider Yesid Fonseca Najar" userId="73f9163c-41a4-46db-a396-54c94cc9cf95" providerId="ADAL" clId="{8AF7FC4C-CF9B-4A6B-AAD0-0DBF7EC8CD02}" dt="2026-09-30T11:25:21.673" v="504"/>
          <ac:spMkLst>
            <pc:docMk/>
            <pc:sldMk cId="1033862045" sldId="282"/>
            <ac:spMk id="15" creationId="{707E715D-6031-9E12-A99E-E3C210B50955}"/>
          </ac:spMkLst>
        </pc:spChg>
      </pc:sldChg>
      <pc:sldChg chg="addSp delSp modSp add mod">
        <pc:chgData name="Haider Yesid Fonseca Najar" userId="73f9163c-41a4-46db-a396-54c94cc9cf95" providerId="ADAL" clId="{8AF7FC4C-CF9B-4A6B-AAD0-0DBF7EC8CD02}" dt="2026-09-30T11:32:49.514" v="541" actId="207"/>
        <pc:sldMkLst>
          <pc:docMk/>
          <pc:sldMk cId="256164916" sldId="283"/>
        </pc:sldMkLst>
        <pc:spChg chg="mod">
          <ac:chgData name="Haider Yesid Fonseca Najar" userId="73f9163c-41a4-46db-a396-54c94cc9cf95" providerId="ADAL" clId="{8AF7FC4C-CF9B-4A6B-AAD0-0DBF7EC8CD02}" dt="2026-09-30T11:25:56.123" v="509"/>
          <ac:spMkLst>
            <pc:docMk/>
            <pc:sldMk cId="256164916" sldId="283"/>
            <ac:spMk id="2" creationId="{5E29C245-86DD-5941-2A71-8CDD18E23A44}"/>
          </ac:spMkLst>
        </pc:spChg>
        <pc:spChg chg="del mod">
          <ac:chgData name="Haider Yesid Fonseca Najar" userId="73f9163c-41a4-46db-a396-54c94cc9cf95" providerId="ADAL" clId="{8AF7FC4C-CF9B-4A6B-AAD0-0DBF7EC8CD02}" dt="2026-09-30T11:26:18.666" v="512" actId="478"/>
          <ac:spMkLst>
            <pc:docMk/>
            <pc:sldMk cId="256164916" sldId="283"/>
            <ac:spMk id="5" creationId="{569C2C2F-650E-0354-6832-F73418346165}"/>
          </ac:spMkLst>
        </pc:spChg>
        <pc:spChg chg="del">
          <ac:chgData name="Haider Yesid Fonseca Najar" userId="73f9163c-41a4-46db-a396-54c94cc9cf95" providerId="ADAL" clId="{8AF7FC4C-CF9B-4A6B-AAD0-0DBF7EC8CD02}" dt="2026-09-30T11:26:14.960" v="511" actId="478"/>
          <ac:spMkLst>
            <pc:docMk/>
            <pc:sldMk cId="256164916" sldId="283"/>
            <ac:spMk id="15" creationId="{FA50F7F1-E1C8-809C-3774-3B81FFC94306}"/>
          </ac:spMkLst>
        </pc:spChg>
        <pc:graphicFrameChg chg="add mod modGraphic">
          <ac:chgData name="Haider Yesid Fonseca Najar" userId="73f9163c-41a4-46db-a396-54c94cc9cf95" providerId="ADAL" clId="{8AF7FC4C-CF9B-4A6B-AAD0-0DBF7EC8CD02}" dt="2026-09-30T11:32:49.514" v="541" actId="207"/>
          <ac:graphicFrameMkLst>
            <pc:docMk/>
            <pc:sldMk cId="256164916" sldId="283"/>
            <ac:graphicFrameMk id="6" creationId="{ECBEE405-B79E-9061-1C21-7DF936D240A1}"/>
          </ac:graphicFrameMkLst>
        </pc:graphicFrameChg>
      </pc:sldChg>
      <pc:sldChg chg="new del">
        <pc:chgData name="Haider Yesid Fonseca Najar" userId="73f9163c-41a4-46db-a396-54c94cc9cf95" providerId="ADAL" clId="{8AF7FC4C-CF9B-4A6B-AAD0-0DBF7EC8CD02}" dt="2026-09-30T11:25:38.024" v="506" actId="680"/>
        <pc:sldMkLst>
          <pc:docMk/>
          <pc:sldMk cId="3608171407" sldId="283"/>
        </pc:sldMkLst>
      </pc:sldChg>
      <pc:sldChg chg="addSp delSp modSp add del mod ord">
        <pc:chgData name="Haider Yesid Fonseca Najar" userId="73f9163c-41a4-46db-a396-54c94cc9cf95" providerId="ADAL" clId="{8AF7FC4C-CF9B-4A6B-AAD0-0DBF7EC8CD02}" dt="2026-09-30T11:42:24.877" v="580" actId="47"/>
        <pc:sldMkLst>
          <pc:docMk/>
          <pc:sldMk cId="0" sldId="284"/>
        </pc:sldMkLst>
        <pc:spChg chg="del mod">
          <ac:chgData name="Haider Yesid Fonseca Najar" userId="73f9163c-41a4-46db-a396-54c94cc9cf95" providerId="ADAL" clId="{8AF7FC4C-CF9B-4A6B-AAD0-0DBF7EC8CD02}" dt="2026-09-30T11:41:49.150" v="571"/>
          <ac:spMkLst>
            <pc:docMk/>
            <pc:sldMk cId="0" sldId="284"/>
            <ac:spMk id="2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1:42:21.981" v="579" actId="6549"/>
          <ac:spMkLst>
            <pc:docMk/>
            <pc:sldMk cId="0" sldId="284"/>
            <ac:spMk id="7" creationId="{00000000-0000-0000-0000-000000000000}"/>
          </ac:spMkLst>
        </pc:spChg>
        <pc:spChg chg="del">
          <ac:chgData name="Haider Yesid Fonseca Najar" userId="73f9163c-41a4-46db-a396-54c94cc9cf95" providerId="ADAL" clId="{8AF7FC4C-CF9B-4A6B-AAD0-0DBF7EC8CD02}" dt="2026-09-30T11:41:10.049" v="561" actId="21"/>
          <ac:spMkLst>
            <pc:docMk/>
            <pc:sldMk cId="0" sldId="284"/>
            <ac:spMk id="9" creationId="{00000000-0000-0000-0000-000000000000}"/>
          </ac:spMkLst>
        </pc:spChg>
        <pc:spChg chg="del mod">
          <ac:chgData name="Haider Yesid Fonseca Najar" userId="73f9163c-41a4-46db-a396-54c94cc9cf95" providerId="ADAL" clId="{8AF7FC4C-CF9B-4A6B-AAD0-0DBF7EC8CD02}" dt="2026-09-30T11:40:55.405" v="559"/>
          <ac:spMkLst>
            <pc:docMk/>
            <pc:sldMk cId="0" sldId="284"/>
            <ac:spMk id="10" creationId="{00000000-0000-0000-0000-000000000000}"/>
          </ac:spMkLst>
        </pc:spChg>
        <pc:graphicFrameChg chg="add del modGraphic">
          <ac:chgData name="Haider Yesid Fonseca Najar" userId="73f9163c-41a4-46db-a396-54c94cc9cf95" providerId="ADAL" clId="{8AF7FC4C-CF9B-4A6B-AAD0-0DBF7EC8CD02}" dt="2026-09-30T11:41:27.644" v="567" actId="27309"/>
          <ac:graphicFrameMkLst>
            <pc:docMk/>
            <pc:sldMk cId="0" sldId="284"/>
            <ac:graphicFrameMk id="15" creationId="{23B33589-705B-8B60-AB53-4D17AB8260DC}"/>
          </ac:graphicFrameMkLst>
        </pc:graphicFrameChg>
      </pc:sldChg>
      <pc:sldChg chg="addSp delSp modSp add mod">
        <pc:chgData name="Haider Yesid Fonseca Najar" userId="73f9163c-41a4-46db-a396-54c94cc9cf95" providerId="ADAL" clId="{8AF7FC4C-CF9B-4A6B-AAD0-0DBF7EC8CD02}" dt="2026-09-30T12:01:02.984" v="700" actId="1076"/>
        <pc:sldMkLst>
          <pc:docMk/>
          <pc:sldMk cId="0" sldId="285"/>
        </pc:sldMkLst>
        <pc:spChg chg="mod">
          <ac:chgData name="Haider Yesid Fonseca Najar" userId="73f9163c-41a4-46db-a396-54c94cc9cf95" providerId="ADAL" clId="{8AF7FC4C-CF9B-4A6B-AAD0-0DBF7EC8CD02}" dt="2026-09-30T11:43:05.692" v="591" actId="1076"/>
          <ac:spMkLst>
            <pc:docMk/>
            <pc:sldMk cId="0" sldId="285"/>
            <ac:spMk id="2" creationId="{00000000-0000-0000-0000-000000000000}"/>
          </ac:spMkLst>
        </pc:spChg>
        <pc:spChg chg="del">
          <ac:chgData name="Haider Yesid Fonseca Najar" userId="73f9163c-41a4-46db-a396-54c94cc9cf95" providerId="ADAL" clId="{8AF7FC4C-CF9B-4A6B-AAD0-0DBF7EC8CD02}" dt="2026-09-30T11:50:28.685" v="632" actId="478"/>
          <ac:spMkLst>
            <pc:docMk/>
            <pc:sldMk cId="0" sldId="285"/>
            <ac:spMk id="3" creationId="{00000000-0000-0000-0000-000000000000}"/>
          </ac:spMkLst>
        </pc:spChg>
        <pc:spChg chg="del">
          <ac:chgData name="Haider Yesid Fonseca Najar" userId="73f9163c-41a4-46db-a396-54c94cc9cf95" providerId="ADAL" clId="{8AF7FC4C-CF9B-4A6B-AAD0-0DBF7EC8CD02}" dt="2026-09-30T11:48:21.534" v="622" actId="478"/>
          <ac:spMkLst>
            <pc:docMk/>
            <pc:sldMk cId="0" sldId="285"/>
            <ac:spMk id="4" creationId="{00000000-0000-0000-0000-000000000000}"/>
          </ac:spMkLst>
        </pc:spChg>
        <pc:spChg chg="del">
          <ac:chgData name="Haider Yesid Fonseca Najar" userId="73f9163c-41a4-46db-a396-54c94cc9cf95" providerId="ADAL" clId="{8AF7FC4C-CF9B-4A6B-AAD0-0DBF7EC8CD02}" dt="2026-09-30T11:48:21.534" v="622" actId="478"/>
          <ac:spMkLst>
            <pc:docMk/>
            <pc:sldMk cId="0" sldId="285"/>
            <ac:spMk id="5" creationId="{00000000-0000-0000-0000-000000000000}"/>
          </ac:spMkLst>
        </pc:spChg>
        <pc:spChg chg="del">
          <ac:chgData name="Haider Yesid Fonseca Najar" userId="73f9163c-41a4-46db-a396-54c94cc9cf95" providerId="ADAL" clId="{8AF7FC4C-CF9B-4A6B-AAD0-0DBF7EC8CD02}" dt="2026-09-30T11:48:21.534" v="622" actId="478"/>
          <ac:spMkLst>
            <pc:docMk/>
            <pc:sldMk cId="0" sldId="285"/>
            <ac:spMk id="6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1:48:44.100" v="627" actId="1076"/>
          <ac:spMkLst>
            <pc:docMk/>
            <pc:sldMk cId="0" sldId="285"/>
            <ac:spMk id="7" creationId="{00000000-0000-0000-0000-000000000000}"/>
          </ac:spMkLst>
        </pc:spChg>
        <pc:spChg chg="del">
          <ac:chgData name="Haider Yesid Fonseca Najar" userId="73f9163c-41a4-46db-a396-54c94cc9cf95" providerId="ADAL" clId="{8AF7FC4C-CF9B-4A6B-AAD0-0DBF7EC8CD02}" dt="2026-09-30T11:48:05.833" v="620" actId="478"/>
          <ac:spMkLst>
            <pc:docMk/>
            <pc:sldMk cId="0" sldId="285"/>
            <ac:spMk id="8" creationId="{00000000-0000-0000-0000-000000000000}"/>
          </ac:spMkLst>
        </pc:spChg>
        <pc:spChg chg="del">
          <ac:chgData name="Haider Yesid Fonseca Najar" userId="73f9163c-41a4-46db-a396-54c94cc9cf95" providerId="ADAL" clId="{8AF7FC4C-CF9B-4A6B-AAD0-0DBF7EC8CD02}" dt="2026-09-30T11:48:05.833" v="620" actId="478"/>
          <ac:spMkLst>
            <pc:docMk/>
            <pc:sldMk cId="0" sldId="285"/>
            <ac:spMk id="9" creationId="{00000000-0000-0000-0000-000000000000}"/>
          </ac:spMkLst>
        </pc:spChg>
        <pc:spChg chg="del mod">
          <ac:chgData name="Haider Yesid Fonseca Najar" userId="73f9163c-41a4-46db-a396-54c94cc9cf95" providerId="ADAL" clId="{8AF7FC4C-CF9B-4A6B-AAD0-0DBF7EC8CD02}" dt="2026-09-30T11:47:41.235" v="611" actId="478"/>
          <ac:spMkLst>
            <pc:docMk/>
            <pc:sldMk cId="0" sldId="285"/>
            <ac:spMk id="10" creationId="{00000000-0000-0000-0000-000000000000}"/>
          </ac:spMkLst>
        </pc:spChg>
        <pc:spChg chg="add mod">
          <ac:chgData name="Haider Yesid Fonseca Najar" userId="73f9163c-41a4-46db-a396-54c94cc9cf95" providerId="ADAL" clId="{8AF7FC4C-CF9B-4A6B-AAD0-0DBF7EC8CD02}" dt="2026-09-30T11:48:44.100" v="627" actId="1076"/>
          <ac:spMkLst>
            <pc:docMk/>
            <pc:sldMk cId="0" sldId="285"/>
            <ac:spMk id="12" creationId="{0B8A0DB8-1BAA-AD7F-21F6-C8458FA06608}"/>
          </ac:spMkLst>
        </pc:spChg>
        <pc:spChg chg="add">
          <ac:chgData name="Haider Yesid Fonseca Najar" userId="73f9163c-41a4-46db-a396-54c94cc9cf95" providerId="ADAL" clId="{8AF7FC4C-CF9B-4A6B-AAD0-0DBF7EC8CD02}" dt="2026-09-30T11:42:34.367" v="581" actId="22"/>
          <ac:spMkLst>
            <pc:docMk/>
            <pc:sldMk cId="0" sldId="285"/>
            <ac:spMk id="14" creationId="{E70D8DA6-3083-ABF8-BCEC-E2B6212669FA}"/>
          </ac:spMkLst>
        </pc:spChg>
        <pc:spChg chg="add del">
          <ac:chgData name="Haider Yesid Fonseca Najar" userId="73f9163c-41a4-46db-a396-54c94cc9cf95" providerId="ADAL" clId="{8AF7FC4C-CF9B-4A6B-AAD0-0DBF7EC8CD02}" dt="2026-09-30T11:45:10.859" v="606" actId="22"/>
          <ac:spMkLst>
            <pc:docMk/>
            <pc:sldMk cId="0" sldId="285"/>
            <ac:spMk id="16" creationId="{214261B6-2040-3EA5-F6B6-F6BAA2A70B94}"/>
          </ac:spMkLst>
        </pc:spChg>
        <pc:spChg chg="add del mod">
          <ac:chgData name="Haider Yesid Fonseca Najar" userId="73f9163c-41a4-46db-a396-54c94cc9cf95" providerId="ADAL" clId="{8AF7FC4C-CF9B-4A6B-AAD0-0DBF7EC8CD02}" dt="2026-09-30T11:48:33.618" v="626"/>
          <ac:spMkLst>
            <pc:docMk/>
            <pc:sldMk cId="0" sldId="285"/>
            <ac:spMk id="21" creationId="{ADF3EF32-8975-62CC-1257-D2A973BD3781}"/>
          </ac:spMkLst>
        </pc:spChg>
        <pc:picChg chg="add del mod">
          <ac:chgData name="Haider Yesid Fonseca Najar" userId="73f9163c-41a4-46db-a396-54c94cc9cf95" providerId="ADAL" clId="{8AF7FC4C-CF9B-4A6B-AAD0-0DBF7EC8CD02}" dt="2026-09-30T11:47:56.292" v="617" actId="478"/>
          <ac:picMkLst>
            <pc:docMk/>
            <pc:sldMk cId="0" sldId="285"/>
            <ac:picMk id="18" creationId="{6D9CF4F0-223E-4406-5AFA-928CB0551CC3}"/>
          </ac:picMkLst>
        </pc:picChg>
        <pc:picChg chg="add mod">
          <ac:chgData name="Haider Yesid Fonseca Najar" userId="73f9163c-41a4-46db-a396-54c94cc9cf95" providerId="ADAL" clId="{8AF7FC4C-CF9B-4A6B-AAD0-0DBF7EC8CD02}" dt="2026-09-30T12:01:02.984" v="700" actId="1076"/>
          <ac:picMkLst>
            <pc:docMk/>
            <pc:sldMk cId="0" sldId="285"/>
            <ac:picMk id="20" creationId="{4B7FF9B4-9E26-60A2-B975-3E7010B25B1B}"/>
          </ac:picMkLst>
        </pc:picChg>
      </pc:sldChg>
      <pc:sldChg chg="addSp delSp modSp add mod">
        <pc:chgData name="Haider Yesid Fonseca Najar" userId="73f9163c-41a4-46db-a396-54c94cc9cf95" providerId="ADAL" clId="{8AF7FC4C-CF9B-4A6B-AAD0-0DBF7EC8CD02}" dt="2026-09-30T21:39:26.193" v="1165" actId="113"/>
        <pc:sldMkLst>
          <pc:docMk/>
          <pc:sldMk cId="0" sldId="286"/>
        </pc:sldMkLst>
        <pc:spChg chg="mod">
          <ac:chgData name="Haider Yesid Fonseca Najar" userId="73f9163c-41a4-46db-a396-54c94cc9cf95" providerId="ADAL" clId="{8AF7FC4C-CF9B-4A6B-AAD0-0DBF7EC8CD02}" dt="2026-09-30T11:56:33.335" v="654" actId="1076"/>
          <ac:spMkLst>
            <pc:docMk/>
            <pc:sldMk cId="0" sldId="286"/>
            <ac:spMk id="2" creationId="{00000000-0000-0000-0000-000000000000}"/>
          </ac:spMkLst>
        </pc:spChg>
        <pc:spChg chg="del">
          <ac:chgData name="Haider Yesid Fonseca Najar" userId="73f9163c-41a4-46db-a396-54c94cc9cf95" providerId="ADAL" clId="{8AF7FC4C-CF9B-4A6B-AAD0-0DBF7EC8CD02}" dt="2026-09-30T11:57:57.246" v="672" actId="478"/>
          <ac:spMkLst>
            <pc:docMk/>
            <pc:sldMk cId="0" sldId="286"/>
            <ac:spMk id="3" creationId="{00000000-0000-0000-0000-000000000000}"/>
          </ac:spMkLst>
        </pc:spChg>
        <pc:spChg chg="del">
          <ac:chgData name="Haider Yesid Fonseca Najar" userId="73f9163c-41a4-46db-a396-54c94cc9cf95" providerId="ADAL" clId="{8AF7FC4C-CF9B-4A6B-AAD0-0DBF7EC8CD02}" dt="2026-09-30T11:51:25.464" v="644" actId="478"/>
          <ac:spMkLst>
            <pc:docMk/>
            <pc:sldMk cId="0" sldId="286"/>
            <ac:spMk id="4" creationId="{00000000-0000-0000-0000-000000000000}"/>
          </ac:spMkLst>
        </pc:spChg>
        <pc:spChg chg="del">
          <ac:chgData name="Haider Yesid Fonseca Najar" userId="73f9163c-41a4-46db-a396-54c94cc9cf95" providerId="ADAL" clId="{8AF7FC4C-CF9B-4A6B-AAD0-0DBF7EC8CD02}" dt="2026-09-30T11:51:25.464" v="644" actId="478"/>
          <ac:spMkLst>
            <pc:docMk/>
            <pc:sldMk cId="0" sldId="286"/>
            <ac:spMk id="5" creationId="{00000000-0000-0000-0000-000000000000}"/>
          </ac:spMkLst>
        </pc:spChg>
        <pc:spChg chg="del">
          <ac:chgData name="Haider Yesid Fonseca Najar" userId="73f9163c-41a4-46db-a396-54c94cc9cf95" providerId="ADAL" clId="{8AF7FC4C-CF9B-4A6B-AAD0-0DBF7EC8CD02}" dt="2026-09-30T11:51:25.464" v="644" actId="478"/>
          <ac:spMkLst>
            <pc:docMk/>
            <pc:sldMk cId="0" sldId="286"/>
            <ac:spMk id="6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2:13:11.755" v="744" actId="1076"/>
          <ac:spMkLst>
            <pc:docMk/>
            <pc:sldMk cId="0" sldId="286"/>
            <ac:spMk id="7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21:39:26.193" v="1165" actId="113"/>
          <ac:spMkLst>
            <pc:docMk/>
            <pc:sldMk cId="0" sldId="286"/>
            <ac:spMk id="8" creationId="{00000000-0000-0000-0000-000000000000}"/>
          </ac:spMkLst>
        </pc:spChg>
        <pc:spChg chg="del">
          <ac:chgData name="Haider Yesid Fonseca Najar" userId="73f9163c-41a4-46db-a396-54c94cc9cf95" providerId="ADAL" clId="{8AF7FC4C-CF9B-4A6B-AAD0-0DBF7EC8CD02}" dt="2026-09-30T11:57:01.750" v="660" actId="478"/>
          <ac:spMkLst>
            <pc:docMk/>
            <pc:sldMk cId="0" sldId="286"/>
            <ac:spMk id="9" creationId="{00000000-0000-0000-0000-000000000000}"/>
          </ac:spMkLst>
        </pc:spChg>
        <pc:spChg chg="del">
          <ac:chgData name="Haider Yesid Fonseca Najar" userId="73f9163c-41a4-46db-a396-54c94cc9cf95" providerId="ADAL" clId="{8AF7FC4C-CF9B-4A6B-AAD0-0DBF7EC8CD02}" dt="2026-09-30T11:57:01.750" v="660" actId="478"/>
          <ac:spMkLst>
            <pc:docMk/>
            <pc:sldMk cId="0" sldId="286"/>
            <ac:spMk id="10" creationId="{00000000-0000-0000-0000-000000000000}"/>
          </ac:spMkLst>
        </pc:spChg>
        <pc:spChg chg="del">
          <ac:chgData name="Haider Yesid Fonseca Najar" userId="73f9163c-41a4-46db-a396-54c94cc9cf95" providerId="ADAL" clId="{8AF7FC4C-CF9B-4A6B-AAD0-0DBF7EC8CD02}" dt="2026-09-30T11:57:01.750" v="660" actId="478"/>
          <ac:spMkLst>
            <pc:docMk/>
            <pc:sldMk cId="0" sldId="286"/>
            <ac:spMk id="11" creationId="{00000000-0000-0000-0000-000000000000}"/>
          </ac:spMkLst>
        </pc:spChg>
        <pc:spChg chg="add mod">
          <ac:chgData name="Haider Yesid Fonseca Najar" userId="73f9163c-41a4-46db-a396-54c94cc9cf95" providerId="ADAL" clId="{8AF7FC4C-CF9B-4A6B-AAD0-0DBF7EC8CD02}" dt="2026-09-30T11:51:29.118" v="646" actId="1076"/>
          <ac:spMkLst>
            <pc:docMk/>
            <pc:sldMk cId="0" sldId="286"/>
            <ac:spMk id="13" creationId="{03E4E5A5-F8CB-FA45-60F0-AFC950333B79}"/>
          </ac:spMkLst>
        </pc:spChg>
        <pc:picChg chg="add mod">
          <ac:chgData name="Haider Yesid Fonseca Najar" userId="73f9163c-41a4-46db-a396-54c94cc9cf95" providerId="ADAL" clId="{8AF7FC4C-CF9B-4A6B-AAD0-0DBF7EC8CD02}" dt="2026-09-30T11:57:38.547" v="669" actId="1076"/>
          <ac:picMkLst>
            <pc:docMk/>
            <pc:sldMk cId="0" sldId="286"/>
            <ac:picMk id="15" creationId="{26B5B948-9F34-868A-97A1-FFDDDA5A44C7}"/>
          </ac:picMkLst>
        </pc:picChg>
      </pc:sldChg>
      <pc:sldChg chg="addSp delSp modSp add mod">
        <pc:chgData name="Haider Yesid Fonseca Najar" userId="73f9163c-41a4-46db-a396-54c94cc9cf95" providerId="ADAL" clId="{8AF7FC4C-CF9B-4A6B-AAD0-0DBF7EC8CD02}" dt="2026-09-30T12:09:27.758" v="718" actId="20577"/>
        <pc:sldMkLst>
          <pc:docMk/>
          <pc:sldMk cId="0" sldId="287"/>
        </pc:sldMkLst>
        <pc:spChg chg="mod">
          <ac:chgData name="Haider Yesid Fonseca Najar" userId="73f9163c-41a4-46db-a396-54c94cc9cf95" providerId="ADAL" clId="{8AF7FC4C-CF9B-4A6B-AAD0-0DBF7EC8CD02}" dt="2026-09-30T11:58:23.449" v="680" actId="1076"/>
          <ac:spMkLst>
            <pc:docMk/>
            <pc:sldMk cId="0" sldId="287"/>
            <ac:spMk id="2" creationId="{00000000-0000-0000-0000-000000000000}"/>
          </ac:spMkLst>
        </pc:spChg>
        <pc:spChg chg="del mod">
          <ac:chgData name="Haider Yesid Fonseca Najar" userId="73f9163c-41a4-46db-a396-54c94cc9cf95" providerId="ADAL" clId="{8AF7FC4C-CF9B-4A6B-AAD0-0DBF7EC8CD02}" dt="2026-09-30T11:58:29.748" v="682" actId="478"/>
          <ac:spMkLst>
            <pc:docMk/>
            <pc:sldMk cId="0" sldId="287"/>
            <ac:spMk id="3" creationId="{00000000-0000-0000-0000-000000000000}"/>
          </ac:spMkLst>
        </pc:spChg>
        <pc:spChg chg="del">
          <ac:chgData name="Haider Yesid Fonseca Najar" userId="73f9163c-41a4-46db-a396-54c94cc9cf95" providerId="ADAL" clId="{8AF7FC4C-CF9B-4A6B-AAD0-0DBF7EC8CD02}" dt="2026-09-30T11:58:55.072" v="688" actId="478"/>
          <ac:spMkLst>
            <pc:docMk/>
            <pc:sldMk cId="0" sldId="287"/>
            <ac:spMk id="5" creationId="{00000000-0000-0000-0000-000000000000}"/>
          </ac:spMkLst>
        </pc:spChg>
        <pc:spChg chg="del">
          <ac:chgData name="Haider Yesid Fonseca Najar" userId="73f9163c-41a4-46db-a396-54c94cc9cf95" providerId="ADAL" clId="{8AF7FC4C-CF9B-4A6B-AAD0-0DBF7EC8CD02}" dt="2026-09-30T11:58:55.072" v="688" actId="478"/>
          <ac:spMkLst>
            <pc:docMk/>
            <pc:sldMk cId="0" sldId="287"/>
            <ac:spMk id="6" creationId="{00000000-0000-0000-0000-000000000000}"/>
          </ac:spMkLst>
        </pc:spChg>
        <pc:spChg chg="del">
          <ac:chgData name="Haider Yesid Fonseca Najar" userId="73f9163c-41a4-46db-a396-54c94cc9cf95" providerId="ADAL" clId="{8AF7FC4C-CF9B-4A6B-AAD0-0DBF7EC8CD02}" dt="2026-09-30T11:58:55.072" v="688" actId="478"/>
          <ac:spMkLst>
            <pc:docMk/>
            <pc:sldMk cId="0" sldId="287"/>
            <ac:spMk id="7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1:59:40.214" v="697" actId="1076"/>
          <ac:spMkLst>
            <pc:docMk/>
            <pc:sldMk cId="0" sldId="287"/>
            <ac:spMk id="8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2:09:27.758" v="718" actId="20577"/>
          <ac:spMkLst>
            <pc:docMk/>
            <pc:sldMk cId="0" sldId="287"/>
            <ac:spMk id="9" creationId="{00000000-0000-0000-0000-000000000000}"/>
          </ac:spMkLst>
        </pc:spChg>
        <pc:spChg chg="del">
          <ac:chgData name="Haider Yesid Fonseca Najar" userId="73f9163c-41a4-46db-a396-54c94cc9cf95" providerId="ADAL" clId="{8AF7FC4C-CF9B-4A6B-AAD0-0DBF7EC8CD02}" dt="2026-09-30T11:58:48.446" v="687" actId="478"/>
          <ac:spMkLst>
            <pc:docMk/>
            <pc:sldMk cId="0" sldId="287"/>
            <ac:spMk id="10" creationId="{00000000-0000-0000-0000-000000000000}"/>
          </ac:spMkLst>
        </pc:spChg>
        <pc:spChg chg="del">
          <ac:chgData name="Haider Yesid Fonseca Najar" userId="73f9163c-41a4-46db-a396-54c94cc9cf95" providerId="ADAL" clId="{8AF7FC4C-CF9B-4A6B-AAD0-0DBF7EC8CD02}" dt="2026-09-30T11:58:48.446" v="687" actId="478"/>
          <ac:spMkLst>
            <pc:docMk/>
            <pc:sldMk cId="0" sldId="287"/>
            <ac:spMk id="11" creationId="{00000000-0000-0000-0000-000000000000}"/>
          </ac:spMkLst>
        </pc:spChg>
        <pc:spChg chg="del">
          <ac:chgData name="Haider Yesid Fonseca Najar" userId="73f9163c-41a4-46db-a396-54c94cc9cf95" providerId="ADAL" clId="{8AF7FC4C-CF9B-4A6B-AAD0-0DBF7EC8CD02}" dt="2026-09-30T11:58:48.446" v="687" actId="478"/>
          <ac:spMkLst>
            <pc:docMk/>
            <pc:sldMk cId="0" sldId="287"/>
            <ac:spMk id="12" creationId="{00000000-0000-0000-0000-000000000000}"/>
          </ac:spMkLst>
        </pc:spChg>
        <pc:spChg chg="add">
          <ac:chgData name="Haider Yesid Fonseca Najar" userId="73f9163c-41a4-46db-a396-54c94cc9cf95" providerId="ADAL" clId="{8AF7FC4C-CF9B-4A6B-AAD0-0DBF7EC8CD02}" dt="2026-09-30T11:42:41.981" v="584" actId="22"/>
          <ac:spMkLst>
            <pc:docMk/>
            <pc:sldMk cId="0" sldId="287"/>
            <ac:spMk id="14" creationId="{08F33698-C2CC-9C4C-D2DF-5665FBAE8ABF}"/>
          </ac:spMkLst>
        </pc:spChg>
        <pc:picChg chg="add mod">
          <ac:chgData name="Haider Yesid Fonseca Najar" userId="73f9163c-41a4-46db-a396-54c94cc9cf95" providerId="ADAL" clId="{8AF7FC4C-CF9B-4A6B-AAD0-0DBF7EC8CD02}" dt="2026-09-30T11:59:13.866" v="695" actId="1076"/>
          <ac:picMkLst>
            <pc:docMk/>
            <pc:sldMk cId="0" sldId="287"/>
            <ac:picMk id="16" creationId="{4F9A773F-AAA7-4357-EE36-A2AA1683B59C}"/>
          </ac:picMkLst>
        </pc:picChg>
      </pc:sldChg>
      <pc:sldChg chg="addSp delSp modSp add mod">
        <pc:chgData name="Haider Yesid Fonseca Najar" userId="73f9163c-41a4-46db-a396-54c94cc9cf95" providerId="ADAL" clId="{8AF7FC4C-CF9B-4A6B-AAD0-0DBF7EC8CD02}" dt="2026-09-30T12:10:24.573" v="739" actId="108"/>
        <pc:sldMkLst>
          <pc:docMk/>
          <pc:sldMk cId="3262606110" sldId="288"/>
        </pc:sldMkLst>
        <pc:spChg chg="mod">
          <ac:chgData name="Haider Yesid Fonseca Najar" userId="73f9163c-41a4-46db-a396-54c94cc9cf95" providerId="ADAL" clId="{8AF7FC4C-CF9B-4A6B-AAD0-0DBF7EC8CD02}" dt="2026-09-30T11:50:20.124" v="631" actId="1076"/>
          <ac:spMkLst>
            <pc:docMk/>
            <pc:sldMk cId="3262606110" sldId="288"/>
            <ac:spMk id="2" creationId="{54486890-4872-B6DD-E3B0-B48655DB3596}"/>
          </ac:spMkLst>
        </pc:spChg>
        <pc:spChg chg="del">
          <ac:chgData name="Haider Yesid Fonseca Najar" userId="73f9163c-41a4-46db-a396-54c94cc9cf95" providerId="ADAL" clId="{8AF7FC4C-CF9B-4A6B-AAD0-0DBF7EC8CD02}" dt="2026-09-30T11:50:33.258" v="633" actId="478"/>
          <ac:spMkLst>
            <pc:docMk/>
            <pc:sldMk cId="3262606110" sldId="288"/>
            <ac:spMk id="3" creationId="{ABE1DF52-B4F8-EE98-55D7-15E816EC6B7E}"/>
          </ac:spMkLst>
        </pc:spChg>
        <pc:spChg chg="del">
          <ac:chgData name="Haider Yesid Fonseca Najar" userId="73f9163c-41a4-46db-a396-54c94cc9cf95" providerId="ADAL" clId="{8AF7FC4C-CF9B-4A6B-AAD0-0DBF7EC8CD02}" dt="2026-09-30T11:50:45.306" v="635" actId="478"/>
          <ac:spMkLst>
            <pc:docMk/>
            <pc:sldMk cId="3262606110" sldId="288"/>
            <ac:spMk id="4" creationId="{E61BA0FC-B989-AEC3-AFE2-502782E00C90}"/>
          </ac:spMkLst>
        </pc:spChg>
        <pc:spChg chg="del">
          <ac:chgData name="Haider Yesid Fonseca Najar" userId="73f9163c-41a4-46db-a396-54c94cc9cf95" providerId="ADAL" clId="{8AF7FC4C-CF9B-4A6B-AAD0-0DBF7EC8CD02}" dt="2026-09-30T11:50:45.306" v="635" actId="478"/>
          <ac:spMkLst>
            <pc:docMk/>
            <pc:sldMk cId="3262606110" sldId="288"/>
            <ac:spMk id="5" creationId="{F4B5F4BC-D92F-4D2A-B120-A7E533BB197A}"/>
          </ac:spMkLst>
        </pc:spChg>
        <pc:spChg chg="del">
          <ac:chgData name="Haider Yesid Fonseca Najar" userId="73f9163c-41a4-46db-a396-54c94cc9cf95" providerId="ADAL" clId="{8AF7FC4C-CF9B-4A6B-AAD0-0DBF7EC8CD02}" dt="2026-09-30T11:50:45.306" v="635" actId="478"/>
          <ac:spMkLst>
            <pc:docMk/>
            <pc:sldMk cId="3262606110" sldId="288"/>
            <ac:spMk id="6" creationId="{9C296B65-935A-8AE2-FC72-E8C595D0F345}"/>
          </ac:spMkLst>
        </pc:spChg>
        <pc:spChg chg="mod">
          <ac:chgData name="Haider Yesid Fonseca Najar" userId="73f9163c-41a4-46db-a396-54c94cc9cf95" providerId="ADAL" clId="{8AF7FC4C-CF9B-4A6B-AAD0-0DBF7EC8CD02}" dt="2026-09-30T12:10:24.573" v="739" actId="108"/>
          <ac:spMkLst>
            <pc:docMk/>
            <pc:sldMk cId="3262606110" sldId="288"/>
            <ac:spMk id="7" creationId="{42B1A27B-FE25-9DAA-3BF4-68B42AD46DDF}"/>
          </ac:spMkLst>
        </pc:spChg>
        <pc:spChg chg="del">
          <ac:chgData name="Haider Yesid Fonseca Najar" userId="73f9163c-41a4-46db-a396-54c94cc9cf95" providerId="ADAL" clId="{8AF7FC4C-CF9B-4A6B-AAD0-0DBF7EC8CD02}" dt="2026-09-30T11:50:36.650" v="634" actId="478"/>
          <ac:spMkLst>
            <pc:docMk/>
            <pc:sldMk cId="3262606110" sldId="288"/>
            <ac:spMk id="8" creationId="{02792A74-302A-4654-5373-6CD08189C360}"/>
          </ac:spMkLst>
        </pc:spChg>
        <pc:spChg chg="del">
          <ac:chgData name="Haider Yesid Fonseca Najar" userId="73f9163c-41a4-46db-a396-54c94cc9cf95" providerId="ADAL" clId="{8AF7FC4C-CF9B-4A6B-AAD0-0DBF7EC8CD02}" dt="2026-09-30T11:50:15.882" v="629" actId="478"/>
          <ac:spMkLst>
            <pc:docMk/>
            <pc:sldMk cId="3262606110" sldId="288"/>
            <ac:spMk id="9" creationId="{46AD72D5-5611-07A1-756C-A8E5E5C4FD0E}"/>
          </ac:spMkLst>
        </pc:spChg>
        <pc:spChg chg="del">
          <ac:chgData name="Haider Yesid Fonseca Najar" userId="73f9163c-41a4-46db-a396-54c94cc9cf95" providerId="ADAL" clId="{8AF7FC4C-CF9B-4A6B-AAD0-0DBF7EC8CD02}" dt="2026-09-30T11:50:15.882" v="629" actId="478"/>
          <ac:spMkLst>
            <pc:docMk/>
            <pc:sldMk cId="3262606110" sldId="288"/>
            <ac:spMk id="10" creationId="{46033526-A2AA-19A1-AE82-A3E059FA04A9}"/>
          </ac:spMkLst>
        </pc:spChg>
        <pc:spChg chg="add">
          <ac:chgData name="Haider Yesid Fonseca Najar" userId="73f9163c-41a4-46db-a396-54c94cc9cf95" providerId="ADAL" clId="{8AF7FC4C-CF9B-4A6B-AAD0-0DBF7EC8CD02}" dt="2026-09-30T11:42:37.824" v="582" actId="22"/>
          <ac:spMkLst>
            <pc:docMk/>
            <pc:sldMk cId="3262606110" sldId="288"/>
            <ac:spMk id="12" creationId="{D956E347-1AA2-C05C-6C30-FC24DC6DFDEC}"/>
          </ac:spMkLst>
        </pc:spChg>
        <pc:picChg chg="add mod">
          <ac:chgData name="Haider Yesid Fonseca Najar" userId="73f9163c-41a4-46db-a396-54c94cc9cf95" providerId="ADAL" clId="{8AF7FC4C-CF9B-4A6B-AAD0-0DBF7EC8CD02}" dt="2026-09-30T12:01:09.952" v="701" actId="1076"/>
          <ac:picMkLst>
            <pc:docMk/>
            <pc:sldMk cId="3262606110" sldId="288"/>
            <ac:picMk id="14" creationId="{8BBB3A35-6E89-9B83-B725-F6CDE7B4EF79}"/>
          </ac:picMkLst>
        </pc:picChg>
      </pc:sldChg>
      <pc:sldChg chg="addSp delSp modSp add mod setBg">
        <pc:chgData name="Haider Yesid Fonseca Najar" userId="73f9163c-41a4-46db-a396-54c94cc9cf95" providerId="ADAL" clId="{8AF7FC4C-CF9B-4A6B-AAD0-0DBF7EC8CD02}" dt="2026-09-30T23:56:27.752" v="1331" actId="20577"/>
        <pc:sldMkLst>
          <pc:docMk/>
          <pc:sldMk cId="3172960165" sldId="289"/>
        </pc:sldMkLst>
        <pc:spChg chg="del">
          <ac:chgData name="Haider Yesid Fonseca Najar" userId="73f9163c-41a4-46db-a396-54c94cc9cf95" providerId="ADAL" clId="{8AF7FC4C-CF9B-4A6B-AAD0-0DBF7EC8CD02}" dt="2026-09-30T13:21:10.044" v="958" actId="478"/>
          <ac:spMkLst>
            <pc:docMk/>
            <pc:sldMk cId="3172960165" sldId="289"/>
            <ac:spMk id="4" creationId="{2A431657-14CF-33C5-D3B3-E3F29135ACE0}"/>
          </ac:spMkLst>
        </pc:spChg>
        <pc:spChg chg="mod">
          <ac:chgData name="Haider Yesid Fonseca Najar" userId="73f9163c-41a4-46db-a396-54c94cc9cf95" providerId="ADAL" clId="{8AF7FC4C-CF9B-4A6B-AAD0-0DBF7EC8CD02}" dt="2026-09-30T23:56:27.752" v="1331" actId="20577"/>
          <ac:spMkLst>
            <pc:docMk/>
            <pc:sldMk cId="3172960165" sldId="289"/>
            <ac:spMk id="5" creationId="{37130CFC-92D1-DCCE-CA79-0DC6B36172C3}"/>
          </ac:spMkLst>
        </pc:spChg>
        <pc:spChg chg="del">
          <ac:chgData name="Haider Yesid Fonseca Najar" userId="73f9163c-41a4-46db-a396-54c94cc9cf95" providerId="ADAL" clId="{8AF7FC4C-CF9B-4A6B-AAD0-0DBF7EC8CD02}" dt="2026-09-30T13:21:10.044" v="958" actId="478"/>
          <ac:spMkLst>
            <pc:docMk/>
            <pc:sldMk cId="3172960165" sldId="289"/>
            <ac:spMk id="7" creationId="{969E11C0-3FBA-C0B6-EB5E-E7E9A27749E2}"/>
          </ac:spMkLst>
        </pc:spChg>
        <pc:spChg chg="del">
          <ac:chgData name="Haider Yesid Fonseca Najar" userId="73f9163c-41a4-46db-a396-54c94cc9cf95" providerId="ADAL" clId="{8AF7FC4C-CF9B-4A6B-AAD0-0DBF7EC8CD02}" dt="2026-09-30T13:21:10.044" v="958" actId="478"/>
          <ac:spMkLst>
            <pc:docMk/>
            <pc:sldMk cId="3172960165" sldId="289"/>
            <ac:spMk id="8" creationId="{62EE3AAB-B77A-0F8A-D336-0ED8A86F3B0A}"/>
          </ac:spMkLst>
        </pc:spChg>
        <pc:spChg chg="del">
          <ac:chgData name="Haider Yesid Fonseca Najar" userId="73f9163c-41a4-46db-a396-54c94cc9cf95" providerId="ADAL" clId="{8AF7FC4C-CF9B-4A6B-AAD0-0DBF7EC8CD02}" dt="2026-09-30T13:21:36.477" v="964" actId="478"/>
          <ac:spMkLst>
            <pc:docMk/>
            <pc:sldMk cId="3172960165" sldId="289"/>
            <ac:spMk id="9" creationId="{D218A384-45A6-435C-E486-88B2C1A89B2A}"/>
          </ac:spMkLst>
        </pc:spChg>
        <pc:spChg chg="add del">
          <ac:chgData name="Haider Yesid Fonseca Najar" userId="73f9163c-41a4-46db-a396-54c94cc9cf95" providerId="ADAL" clId="{8AF7FC4C-CF9B-4A6B-AAD0-0DBF7EC8CD02}" dt="2026-09-30T13:21:20.880" v="960" actId="22"/>
          <ac:spMkLst>
            <pc:docMk/>
            <pc:sldMk cId="3172960165" sldId="289"/>
            <ac:spMk id="10" creationId="{2F3A11E7-D075-AF82-9C65-E2A27B423D98}"/>
          </ac:spMkLst>
        </pc:spChg>
        <pc:graphicFrameChg chg="add del mod modGraphic">
          <ac:chgData name="Haider Yesid Fonseca Najar" userId="73f9163c-41a4-46db-a396-54c94cc9cf95" providerId="ADAL" clId="{8AF7FC4C-CF9B-4A6B-AAD0-0DBF7EC8CD02}" dt="2026-09-30T22:05:07.912" v="1188" actId="478"/>
          <ac:graphicFrameMkLst>
            <pc:docMk/>
            <pc:sldMk cId="3172960165" sldId="289"/>
            <ac:graphicFrameMk id="13" creationId="{28156F11-BA15-DEA5-19CA-F703E0E541E3}"/>
          </ac:graphicFrameMkLst>
        </pc:graphicFrameChg>
        <pc:graphicFrameChg chg="add mod modGraphic">
          <ac:chgData name="Haider Yesid Fonseca Najar" userId="73f9163c-41a4-46db-a396-54c94cc9cf95" providerId="ADAL" clId="{8AF7FC4C-CF9B-4A6B-AAD0-0DBF7EC8CD02}" dt="2026-09-30T22:07:36.555" v="1220" actId="1076"/>
          <ac:graphicFrameMkLst>
            <pc:docMk/>
            <pc:sldMk cId="3172960165" sldId="289"/>
            <ac:graphicFrameMk id="14" creationId="{3294ACAD-D5D9-9592-00D5-E3B76ABE6A4B}"/>
          </ac:graphicFrameMkLst>
        </pc:graphicFrameChg>
        <pc:graphicFrameChg chg="del">
          <ac:chgData name="Haider Yesid Fonseca Najar" userId="73f9163c-41a4-46db-a396-54c94cc9cf95" providerId="ADAL" clId="{8AF7FC4C-CF9B-4A6B-AAD0-0DBF7EC8CD02}" dt="2026-09-30T13:20:58.961" v="955" actId="478"/>
          <ac:graphicFrameMkLst>
            <pc:docMk/>
            <pc:sldMk cId="3172960165" sldId="289"/>
            <ac:graphicFrameMk id="19" creationId="{61E9FA88-2A2A-7156-C034-A6780EDEEC82}"/>
          </ac:graphicFrameMkLst>
        </pc:graphicFrameChg>
        <pc:picChg chg="add del mod">
          <ac:chgData name="Haider Yesid Fonseca Najar" userId="73f9163c-41a4-46db-a396-54c94cc9cf95" providerId="ADAL" clId="{8AF7FC4C-CF9B-4A6B-AAD0-0DBF7EC8CD02}" dt="2026-09-30T22:04:38.699" v="1180" actId="478"/>
          <ac:picMkLst>
            <pc:docMk/>
            <pc:sldMk cId="3172960165" sldId="289"/>
            <ac:picMk id="12" creationId="{726B2966-51DA-DDA8-A4DD-4555C68837B0}"/>
          </ac:picMkLst>
        </pc:picChg>
      </pc:sldChg>
      <pc:sldChg chg="addSp delSp modSp add mod setBg modAnim">
        <pc:chgData name="Haider Yesid Fonseca Najar" userId="73f9163c-41a4-46db-a396-54c94cc9cf95" providerId="ADAL" clId="{8AF7FC4C-CF9B-4A6B-AAD0-0DBF7EC8CD02}" dt="2026-09-30T23:40:10.021" v="1325" actId="1036"/>
        <pc:sldMkLst>
          <pc:docMk/>
          <pc:sldMk cId="3682277418" sldId="290"/>
        </pc:sldMkLst>
        <pc:spChg chg="del">
          <ac:chgData name="Haider Yesid Fonseca Najar" userId="73f9163c-41a4-46db-a396-54c94cc9cf95" providerId="ADAL" clId="{8AF7FC4C-CF9B-4A6B-AAD0-0DBF7EC8CD02}" dt="2026-09-30T13:41:13.471" v="1093" actId="478"/>
          <ac:spMkLst>
            <pc:docMk/>
            <pc:sldMk cId="3682277418" sldId="290"/>
            <ac:spMk id="6" creationId="{D62B75CA-4A43-D796-020A-279715A6F132}"/>
          </ac:spMkLst>
        </pc:spChg>
        <pc:spChg chg="mod">
          <ac:chgData name="Haider Yesid Fonseca Najar" userId="73f9163c-41a4-46db-a396-54c94cc9cf95" providerId="ADAL" clId="{8AF7FC4C-CF9B-4A6B-AAD0-0DBF7EC8CD02}" dt="2026-09-30T13:41:19.070" v="1094" actId="1076"/>
          <ac:spMkLst>
            <pc:docMk/>
            <pc:sldMk cId="3682277418" sldId="290"/>
            <ac:spMk id="8" creationId="{7693D5C6-E22D-D111-4585-C7A702FD4717}"/>
          </ac:spMkLst>
        </pc:spChg>
        <pc:picChg chg="del">
          <ac:chgData name="Haider Yesid Fonseca Najar" userId="73f9163c-41a4-46db-a396-54c94cc9cf95" providerId="ADAL" clId="{8AF7FC4C-CF9B-4A6B-AAD0-0DBF7EC8CD02}" dt="2026-09-30T13:40:29.698" v="1089" actId="478"/>
          <ac:picMkLst>
            <pc:docMk/>
            <pc:sldMk cId="3682277418" sldId="290"/>
            <ac:picMk id="5" creationId="{3CDDF6A7-E4B6-5F8D-83CC-F9A5BED9329B}"/>
          </ac:picMkLst>
        </pc:picChg>
        <pc:picChg chg="del">
          <ac:chgData name="Haider Yesid Fonseca Najar" userId="73f9163c-41a4-46db-a396-54c94cc9cf95" providerId="ADAL" clId="{8AF7FC4C-CF9B-4A6B-AAD0-0DBF7EC8CD02}" dt="2026-09-30T13:40:34.748" v="1091" actId="478"/>
          <ac:picMkLst>
            <pc:docMk/>
            <pc:sldMk cId="3682277418" sldId="290"/>
            <ac:picMk id="7" creationId="{4DAD6CDF-0E66-8073-46C2-06E82A6616BD}"/>
          </ac:picMkLst>
        </pc:picChg>
        <pc:picChg chg="add mod">
          <ac:chgData name="Haider Yesid Fonseca Najar" userId="73f9163c-41a4-46db-a396-54c94cc9cf95" providerId="ADAL" clId="{8AF7FC4C-CF9B-4A6B-AAD0-0DBF7EC8CD02}" dt="2026-09-30T23:40:10.021" v="1325" actId="1036"/>
          <ac:picMkLst>
            <pc:docMk/>
            <pc:sldMk cId="3682277418" sldId="290"/>
            <ac:picMk id="9" creationId="{8FE86FEA-607A-6ED6-0A8F-E1DD4BEC4048}"/>
          </ac:picMkLst>
        </pc:picChg>
      </pc:sldChg>
      <pc:sldChg chg="add mod modShow">
        <pc:chgData name="Haider Yesid Fonseca Najar" userId="73f9163c-41a4-46db-a396-54c94cc9cf95" providerId="ADAL" clId="{8AF7FC4C-CF9B-4A6B-AAD0-0DBF7EC8CD02}" dt="2026-09-30T22:08:05.131" v="1221" actId="729"/>
        <pc:sldMkLst>
          <pc:docMk/>
          <pc:sldMk cId="3583612371" sldId="291"/>
        </pc:sldMkLst>
      </pc:sldChg>
      <pc:sldChg chg="addSp delSp modSp add del mod ord">
        <pc:chgData name="Haider Yesid Fonseca Najar" userId="73f9163c-41a4-46db-a396-54c94cc9cf95" providerId="ADAL" clId="{8AF7FC4C-CF9B-4A6B-AAD0-0DBF7EC8CD02}" dt="2026-09-30T13:51:38.596" v="1113" actId="2696"/>
        <pc:sldMkLst>
          <pc:docMk/>
          <pc:sldMk cId="3690989584" sldId="291"/>
        </pc:sldMkLst>
        <pc:spChg chg="mod">
          <ac:chgData name="Haider Yesid Fonseca Najar" userId="73f9163c-41a4-46db-a396-54c94cc9cf95" providerId="ADAL" clId="{8AF7FC4C-CF9B-4A6B-AAD0-0DBF7EC8CD02}" dt="2026-09-30T13:34:07.750" v="1058" actId="20577"/>
          <ac:spMkLst>
            <pc:docMk/>
            <pc:sldMk cId="3690989584" sldId="291"/>
            <ac:spMk id="5" creationId="{9DD139EE-DC67-8A76-2948-E22DEE749AE5}"/>
          </ac:spMkLst>
        </pc:spChg>
        <pc:graphicFrameChg chg="add mod modGraphic">
          <ac:chgData name="Haider Yesid Fonseca Najar" userId="73f9163c-41a4-46db-a396-54c94cc9cf95" providerId="ADAL" clId="{8AF7FC4C-CF9B-4A6B-AAD0-0DBF7EC8CD02}" dt="2026-09-30T13:39:15.114" v="1087" actId="1076"/>
          <ac:graphicFrameMkLst>
            <pc:docMk/>
            <pc:sldMk cId="3690989584" sldId="291"/>
            <ac:graphicFrameMk id="4" creationId="{EDEFE839-FE16-1BBD-6F7D-296E6F8BAAEC}"/>
          </ac:graphicFrameMkLst>
        </pc:graphicFrameChg>
        <pc:picChg chg="del">
          <ac:chgData name="Haider Yesid Fonseca Najar" userId="73f9163c-41a4-46db-a396-54c94cc9cf95" providerId="ADAL" clId="{8AF7FC4C-CF9B-4A6B-AAD0-0DBF7EC8CD02}" dt="2026-09-30T13:34:10.498" v="1059" actId="478"/>
          <ac:picMkLst>
            <pc:docMk/>
            <pc:sldMk cId="3690989584" sldId="291"/>
            <ac:picMk id="12" creationId="{C14D2791-EDC6-4D00-6B21-9B332DECA43E}"/>
          </ac:picMkLst>
        </pc:picChg>
      </pc:sldChg>
      <pc:sldChg chg="addSp delSp modSp add mod">
        <pc:chgData name="Haider Yesid Fonseca Najar" userId="73f9163c-41a4-46db-a396-54c94cc9cf95" providerId="ADAL" clId="{8AF7FC4C-CF9B-4A6B-AAD0-0DBF7EC8CD02}" dt="2026-09-30T13:42:29.966" v="1100" actId="1076"/>
        <pc:sldMkLst>
          <pc:docMk/>
          <pc:sldMk cId="1472846404" sldId="292"/>
        </pc:sldMkLst>
        <pc:picChg chg="add mod">
          <ac:chgData name="Haider Yesid Fonseca Najar" userId="73f9163c-41a4-46db-a396-54c94cc9cf95" providerId="ADAL" clId="{8AF7FC4C-CF9B-4A6B-AAD0-0DBF7EC8CD02}" dt="2026-09-30T13:42:29.966" v="1100" actId="1076"/>
          <ac:picMkLst>
            <pc:docMk/>
            <pc:sldMk cId="1472846404" sldId="292"/>
            <ac:picMk id="6" creationId="{9E4C2024-6909-F822-E97D-BCE84A2D2C3D}"/>
          </ac:picMkLst>
        </pc:picChg>
        <pc:picChg chg="del">
          <ac:chgData name="Haider Yesid Fonseca Najar" userId="73f9163c-41a4-46db-a396-54c94cc9cf95" providerId="ADAL" clId="{8AF7FC4C-CF9B-4A6B-AAD0-0DBF7EC8CD02}" dt="2026-09-30T13:42:20.956" v="1096" actId="478"/>
          <ac:picMkLst>
            <pc:docMk/>
            <pc:sldMk cId="1472846404" sldId="292"/>
            <ac:picMk id="12" creationId="{2EEAAFB5-E38E-F9AC-9911-758966FAED6D}"/>
          </ac:picMkLst>
        </pc:picChg>
      </pc:sldChg>
      <pc:sldChg chg="add mod modShow">
        <pc:chgData name="Haider Yesid Fonseca Najar" userId="73f9163c-41a4-46db-a396-54c94cc9cf95" providerId="ADAL" clId="{8AF7FC4C-CF9B-4A6B-AAD0-0DBF7EC8CD02}" dt="2026-09-30T22:08:08.511" v="1222" actId="729"/>
        <pc:sldMkLst>
          <pc:docMk/>
          <pc:sldMk cId="3319352106" sldId="293"/>
        </pc:sldMkLst>
      </pc:sldChg>
      <pc:sldChg chg="addSp delSp modSp add del mod">
        <pc:chgData name="Haider Yesid Fonseca Najar" userId="73f9163c-41a4-46db-a396-54c94cc9cf95" providerId="ADAL" clId="{8AF7FC4C-CF9B-4A6B-AAD0-0DBF7EC8CD02}" dt="2026-09-30T13:51:38.596" v="1113" actId="2696"/>
        <pc:sldMkLst>
          <pc:docMk/>
          <pc:sldMk cId="3694877660" sldId="293"/>
        </pc:sldMkLst>
        <pc:graphicFrameChg chg="del">
          <ac:chgData name="Haider Yesid Fonseca Najar" userId="73f9163c-41a4-46db-a396-54c94cc9cf95" providerId="ADAL" clId="{8AF7FC4C-CF9B-4A6B-AAD0-0DBF7EC8CD02}" dt="2026-09-30T13:45:04.308" v="1107" actId="478"/>
          <ac:graphicFrameMkLst>
            <pc:docMk/>
            <pc:sldMk cId="3694877660" sldId="293"/>
            <ac:graphicFrameMk id="4" creationId="{1DED5769-65AB-1A37-D783-5991970F86D0}"/>
          </ac:graphicFrameMkLst>
        </pc:graphicFrameChg>
        <pc:picChg chg="add mod">
          <ac:chgData name="Haider Yesid Fonseca Najar" userId="73f9163c-41a4-46db-a396-54c94cc9cf95" providerId="ADAL" clId="{8AF7FC4C-CF9B-4A6B-AAD0-0DBF7EC8CD02}" dt="2026-09-30T13:45:17.037" v="1111" actId="1076"/>
          <ac:picMkLst>
            <pc:docMk/>
            <pc:sldMk cId="3694877660" sldId="293"/>
            <ac:picMk id="7" creationId="{517078E0-E1C7-CF75-FA94-BC0CE46804CD}"/>
          </ac:picMkLst>
        </pc:picChg>
      </pc:sldChg>
      <pc:sldChg chg="addSp delSp modSp add mod setBg">
        <pc:chgData name="Haider Yesid Fonseca Najar" userId="73f9163c-41a4-46db-a396-54c94cc9cf95" providerId="ADAL" clId="{8AF7FC4C-CF9B-4A6B-AAD0-0DBF7EC8CD02}" dt="2026-09-30T21:49:50.455" v="1176" actId="1076"/>
        <pc:sldMkLst>
          <pc:docMk/>
          <pc:sldMk cId="3609084250" sldId="294"/>
        </pc:sldMkLst>
        <pc:spChg chg="del">
          <ac:chgData name="Haider Yesid Fonseca Najar" userId="73f9163c-41a4-46db-a396-54c94cc9cf95" providerId="ADAL" clId="{8AF7FC4C-CF9B-4A6B-AAD0-0DBF7EC8CD02}" dt="2026-09-30T21:46:00.971" v="1169" actId="478"/>
          <ac:spMkLst>
            <pc:docMk/>
            <pc:sldMk cId="3609084250" sldId="294"/>
            <ac:spMk id="4" creationId="{774FBAA6-74F8-4B91-A6D5-BD3F2E2F7CC1}"/>
          </ac:spMkLst>
        </pc:spChg>
        <pc:spChg chg="del">
          <ac:chgData name="Haider Yesid Fonseca Najar" userId="73f9163c-41a4-46db-a396-54c94cc9cf95" providerId="ADAL" clId="{8AF7FC4C-CF9B-4A6B-AAD0-0DBF7EC8CD02}" dt="2026-09-30T21:46:00.971" v="1169" actId="478"/>
          <ac:spMkLst>
            <pc:docMk/>
            <pc:sldMk cId="3609084250" sldId="294"/>
            <ac:spMk id="6" creationId="{979C066E-5276-ABB0-AD28-A4E33C366668}"/>
          </ac:spMkLst>
        </pc:spChg>
        <pc:graphicFrameChg chg="del">
          <ac:chgData name="Haider Yesid Fonseca Najar" userId="73f9163c-41a4-46db-a396-54c94cc9cf95" providerId="ADAL" clId="{8AF7FC4C-CF9B-4A6B-AAD0-0DBF7EC8CD02}" dt="2026-09-30T21:46:00.971" v="1169" actId="478"/>
          <ac:graphicFrameMkLst>
            <pc:docMk/>
            <pc:sldMk cId="3609084250" sldId="294"/>
            <ac:graphicFrameMk id="12" creationId="{51141C4F-B688-B5DD-E232-4CDCAD89B271}"/>
          </ac:graphicFrameMkLst>
        </pc:graphicFrameChg>
        <pc:picChg chg="add del mod">
          <ac:chgData name="Haider Yesid Fonseca Najar" userId="73f9163c-41a4-46db-a396-54c94cc9cf95" providerId="ADAL" clId="{8AF7FC4C-CF9B-4A6B-AAD0-0DBF7EC8CD02}" dt="2026-09-30T21:48:42.547" v="1172" actId="478"/>
          <ac:picMkLst>
            <pc:docMk/>
            <pc:sldMk cId="3609084250" sldId="294"/>
            <ac:picMk id="7" creationId="{CAB1BDAB-43C3-50CC-EEF6-A3777017EB82}"/>
          </ac:picMkLst>
        </pc:picChg>
        <pc:picChg chg="add mod">
          <ac:chgData name="Haider Yesid Fonseca Najar" userId="73f9163c-41a4-46db-a396-54c94cc9cf95" providerId="ADAL" clId="{8AF7FC4C-CF9B-4A6B-AAD0-0DBF7EC8CD02}" dt="2026-09-30T21:49:50.455" v="1176" actId="1076"/>
          <ac:picMkLst>
            <pc:docMk/>
            <pc:sldMk cId="3609084250" sldId="294"/>
            <ac:picMk id="9" creationId="{5D8F1EB9-FACA-D51A-4440-C9024292FAD9}"/>
          </ac:picMkLst>
        </pc:picChg>
        <pc:picChg chg="del">
          <ac:chgData name="Haider Yesid Fonseca Najar" userId="73f9163c-41a4-46db-a396-54c94cc9cf95" providerId="ADAL" clId="{8AF7FC4C-CF9B-4A6B-AAD0-0DBF7EC8CD02}" dt="2026-09-30T21:45:55.246" v="1168" actId="478"/>
          <ac:picMkLst>
            <pc:docMk/>
            <pc:sldMk cId="3609084250" sldId="294"/>
            <ac:picMk id="10" creationId="{AD9312B0-2699-ABE6-2DF8-02811D5CC5B7}"/>
          </ac:picMkLst>
        </pc:picChg>
      </pc:sldChg>
      <pc:sldChg chg="addSp delSp modSp add mod ord">
        <pc:chgData name="Haider Yesid Fonseca Najar" userId="73f9163c-41a4-46db-a396-54c94cc9cf95" providerId="ADAL" clId="{8AF7FC4C-CF9B-4A6B-AAD0-0DBF7EC8CD02}" dt="2026-09-30T23:41:59.270" v="1330" actId="20577"/>
        <pc:sldMkLst>
          <pc:docMk/>
          <pc:sldMk cId="0" sldId="295"/>
        </pc:sldMkLst>
        <pc:spChg chg="mod">
          <ac:chgData name="Haider Yesid Fonseca Najar" userId="73f9163c-41a4-46db-a396-54c94cc9cf95" providerId="ADAL" clId="{8AF7FC4C-CF9B-4A6B-AAD0-0DBF7EC8CD02}" dt="2026-09-30T22:14:43.869" v="1234" actId="1076"/>
          <ac:spMkLst>
            <pc:docMk/>
            <pc:sldMk cId="0" sldId="295"/>
            <ac:spMk id="2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22:14:18.116" v="1225" actId="2711"/>
          <ac:spMkLst>
            <pc:docMk/>
            <pc:sldMk cId="0" sldId="295"/>
            <ac:spMk id="3" creationId="{00000000-0000-0000-0000-000000000000}"/>
          </ac:spMkLst>
        </pc:spChg>
        <pc:spChg chg="del mod">
          <ac:chgData name="Haider Yesid Fonseca Najar" userId="73f9163c-41a4-46db-a396-54c94cc9cf95" providerId="ADAL" clId="{8AF7FC4C-CF9B-4A6B-AAD0-0DBF7EC8CD02}" dt="2026-09-30T22:15:21.785" v="1245" actId="478"/>
          <ac:spMkLst>
            <pc:docMk/>
            <pc:sldMk cId="0" sldId="295"/>
            <ac:spMk id="4" creationId="{00000000-0000-0000-0000-000000000000}"/>
          </ac:spMkLst>
        </pc:spChg>
        <pc:spChg chg="del mod">
          <ac:chgData name="Haider Yesid Fonseca Najar" userId="73f9163c-41a4-46db-a396-54c94cc9cf95" providerId="ADAL" clId="{8AF7FC4C-CF9B-4A6B-AAD0-0DBF7EC8CD02}" dt="2026-09-30T22:15:21.785" v="1245" actId="478"/>
          <ac:spMkLst>
            <pc:docMk/>
            <pc:sldMk cId="0" sldId="295"/>
            <ac:spMk id="5" creationId="{00000000-0000-0000-0000-000000000000}"/>
          </ac:spMkLst>
        </pc:spChg>
        <pc:spChg chg="del mod">
          <ac:chgData name="Haider Yesid Fonseca Najar" userId="73f9163c-41a4-46db-a396-54c94cc9cf95" providerId="ADAL" clId="{8AF7FC4C-CF9B-4A6B-AAD0-0DBF7EC8CD02}" dt="2026-09-30T22:15:21.785" v="1245" actId="478"/>
          <ac:spMkLst>
            <pc:docMk/>
            <pc:sldMk cId="0" sldId="295"/>
            <ac:spMk id="6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23:41:59.270" v="1330" actId="20577"/>
          <ac:spMkLst>
            <pc:docMk/>
            <pc:sldMk cId="0" sldId="295"/>
            <ac:spMk id="7" creationId="{00000000-0000-0000-0000-000000000000}"/>
          </ac:spMkLst>
        </pc:spChg>
        <pc:spChg chg="add">
          <ac:chgData name="Haider Yesid Fonseca Najar" userId="73f9163c-41a4-46db-a396-54c94cc9cf95" providerId="ADAL" clId="{8AF7FC4C-CF9B-4A6B-AAD0-0DBF7EC8CD02}" dt="2026-09-30T22:14:39.656" v="1233" actId="22"/>
          <ac:spMkLst>
            <pc:docMk/>
            <pc:sldMk cId="0" sldId="295"/>
            <ac:spMk id="9" creationId="{5EADF00E-72FB-7912-EB14-E4F72950D187}"/>
          </ac:spMkLst>
        </pc:spChg>
      </pc:sldChg>
      <pc:sldChg chg="addSp delSp modSp add mod">
        <pc:chgData name="Haider Yesid Fonseca Najar" userId="73f9163c-41a4-46db-a396-54c94cc9cf95" providerId="ADAL" clId="{8AF7FC4C-CF9B-4A6B-AAD0-0DBF7EC8CD02}" dt="2026-09-30T22:48:31.402" v="1277" actId="478"/>
        <pc:sldMkLst>
          <pc:docMk/>
          <pc:sldMk cId="0" sldId="296"/>
        </pc:sldMkLst>
        <pc:spChg chg="mod">
          <ac:chgData name="Haider Yesid Fonseca Najar" userId="73f9163c-41a4-46db-a396-54c94cc9cf95" providerId="ADAL" clId="{8AF7FC4C-CF9B-4A6B-AAD0-0DBF7EC8CD02}" dt="2026-09-30T22:46:07.402" v="1265" actId="1076"/>
          <ac:spMkLst>
            <pc:docMk/>
            <pc:sldMk cId="0" sldId="296"/>
            <ac:spMk id="2" creationId="{00000000-0000-0000-0000-000000000000}"/>
          </ac:spMkLst>
        </pc:spChg>
        <pc:spChg chg="del mod">
          <ac:chgData name="Haider Yesid Fonseca Najar" userId="73f9163c-41a4-46db-a396-54c94cc9cf95" providerId="ADAL" clId="{8AF7FC4C-CF9B-4A6B-AAD0-0DBF7EC8CD02}" dt="2026-09-30T22:48:31.402" v="1277" actId="478"/>
          <ac:spMkLst>
            <pc:docMk/>
            <pc:sldMk cId="0" sldId="296"/>
            <ac:spMk id="3" creationId="{00000000-0000-0000-0000-000000000000}"/>
          </ac:spMkLst>
        </pc:spChg>
        <pc:spChg chg="del mod">
          <ac:chgData name="Haider Yesid Fonseca Najar" userId="73f9163c-41a4-46db-a396-54c94cc9cf95" providerId="ADAL" clId="{8AF7FC4C-CF9B-4A6B-AAD0-0DBF7EC8CD02}" dt="2026-09-30T22:48:26.456" v="1275" actId="478"/>
          <ac:spMkLst>
            <pc:docMk/>
            <pc:sldMk cId="0" sldId="296"/>
            <ac:spMk id="4" creationId="{00000000-0000-0000-0000-000000000000}"/>
          </ac:spMkLst>
        </pc:spChg>
        <pc:spChg chg="del mod">
          <ac:chgData name="Haider Yesid Fonseca Najar" userId="73f9163c-41a4-46db-a396-54c94cc9cf95" providerId="ADAL" clId="{8AF7FC4C-CF9B-4A6B-AAD0-0DBF7EC8CD02}" dt="2026-09-30T22:48:26.456" v="1275" actId="478"/>
          <ac:spMkLst>
            <pc:docMk/>
            <pc:sldMk cId="0" sldId="296"/>
            <ac:spMk id="5" creationId="{00000000-0000-0000-0000-000000000000}"/>
          </ac:spMkLst>
        </pc:spChg>
        <pc:spChg chg="del mod">
          <ac:chgData name="Haider Yesid Fonseca Najar" userId="73f9163c-41a4-46db-a396-54c94cc9cf95" providerId="ADAL" clId="{8AF7FC4C-CF9B-4A6B-AAD0-0DBF7EC8CD02}" dt="2026-09-30T22:48:26.456" v="1275" actId="478"/>
          <ac:spMkLst>
            <pc:docMk/>
            <pc:sldMk cId="0" sldId="296"/>
            <ac:spMk id="6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22:47:01.374" v="1273" actId="5793"/>
          <ac:spMkLst>
            <pc:docMk/>
            <pc:sldMk cId="0" sldId="296"/>
            <ac:spMk id="7" creationId="{00000000-0000-0000-0000-000000000000}"/>
          </ac:spMkLst>
        </pc:spChg>
        <pc:spChg chg="add">
          <ac:chgData name="Haider Yesid Fonseca Najar" userId="73f9163c-41a4-46db-a396-54c94cc9cf95" providerId="ADAL" clId="{8AF7FC4C-CF9B-4A6B-AAD0-0DBF7EC8CD02}" dt="2026-09-30T22:45:54.097" v="1259" actId="22"/>
          <ac:spMkLst>
            <pc:docMk/>
            <pc:sldMk cId="0" sldId="296"/>
            <ac:spMk id="9" creationId="{F8DF7A44-CFA3-7361-A72E-1D26DA5A0CE1}"/>
          </ac:spMkLst>
        </pc:spChg>
      </pc:sldChg>
      <pc:sldChg chg="delSp modSp add del mod">
        <pc:chgData name="Haider Yesid Fonseca Najar" userId="73f9163c-41a4-46db-a396-54c94cc9cf95" providerId="ADAL" clId="{8AF7FC4C-CF9B-4A6B-AAD0-0DBF7EC8CD02}" dt="2026-09-30T22:49:10.478" v="1282" actId="47"/>
        <pc:sldMkLst>
          <pc:docMk/>
          <pc:sldMk cId="0" sldId="297"/>
        </pc:sldMkLst>
        <pc:spChg chg="mod">
          <ac:chgData name="Haider Yesid Fonseca Najar" userId="73f9163c-41a4-46db-a396-54c94cc9cf95" providerId="ADAL" clId="{8AF7FC4C-CF9B-4A6B-AAD0-0DBF7EC8CD02}" dt="2026-09-30T22:49:01.248" v="1280" actId="1076"/>
          <ac:spMkLst>
            <pc:docMk/>
            <pc:sldMk cId="0" sldId="297"/>
            <ac:spMk id="2" creationId="{00000000-0000-0000-0000-000000000000}"/>
          </ac:spMkLst>
        </pc:spChg>
        <pc:spChg chg="del">
          <ac:chgData name="Haider Yesid Fonseca Najar" userId="73f9163c-41a4-46db-a396-54c94cc9cf95" providerId="ADAL" clId="{8AF7FC4C-CF9B-4A6B-AAD0-0DBF7EC8CD02}" dt="2026-09-30T22:48:57.615" v="1279" actId="478"/>
          <ac:spMkLst>
            <pc:docMk/>
            <pc:sldMk cId="0" sldId="297"/>
            <ac:spMk id="3" creationId="{00000000-0000-0000-0000-000000000000}"/>
          </ac:spMkLst>
        </pc:spChg>
        <pc:spChg chg="del">
          <ac:chgData name="Haider Yesid Fonseca Najar" userId="73f9163c-41a4-46db-a396-54c94cc9cf95" providerId="ADAL" clId="{8AF7FC4C-CF9B-4A6B-AAD0-0DBF7EC8CD02}" dt="2026-09-30T22:48:57.615" v="1279" actId="478"/>
          <ac:spMkLst>
            <pc:docMk/>
            <pc:sldMk cId="0" sldId="297"/>
            <ac:spMk id="4" creationId="{00000000-0000-0000-0000-000000000000}"/>
          </ac:spMkLst>
        </pc:spChg>
      </pc:sldChg>
      <pc:sldChg chg="delSp modSp add mod setBg">
        <pc:chgData name="Haider Yesid Fonseca Najar" userId="73f9163c-41a4-46db-a396-54c94cc9cf95" providerId="ADAL" clId="{8AF7FC4C-CF9B-4A6B-AAD0-0DBF7EC8CD02}" dt="2026-09-30T22:49:30.579" v="1297" actId="20577"/>
        <pc:sldMkLst>
          <pc:docMk/>
          <pc:sldMk cId="3221957911" sldId="298"/>
        </pc:sldMkLst>
        <pc:spChg chg="mod">
          <ac:chgData name="Haider Yesid Fonseca Najar" userId="73f9163c-41a4-46db-a396-54c94cc9cf95" providerId="ADAL" clId="{8AF7FC4C-CF9B-4A6B-AAD0-0DBF7EC8CD02}" dt="2026-09-30T22:49:30.579" v="1297" actId="20577"/>
          <ac:spMkLst>
            <pc:docMk/>
            <pc:sldMk cId="3221957911" sldId="298"/>
            <ac:spMk id="2" creationId="{AAA45BEB-E07D-30E7-DBBC-BA6C632B1C65}"/>
          </ac:spMkLst>
        </pc:spChg>
        <pc:spChg chg="del">
          <ac:chgData name="Haider Yesid Fonseca Najar" userId="73f9163c-41a4-46db-a396-54c94cc9cf95" providerId="ADAL" clId="{8AF7FC4C-CF9B-4A6B-AAD0-0DBF7EC8CD02}" dt="2026-09-30T22:49:13.293" v="1283" actId="478"/>
          <ac:spMkLst>
            <pc:docMk/>
            <pc:sldMk cId="3221957911" sldId="298"/>
            <ac:spMk id="4" creationId="{BE8C14F4-D101-E83E-69C9-0B736C575178}"/>
          </ac:spMkLst>
        </pc:spChg>
        <pc:spChg chg="del">
          <ac:chgData name="Haider Yesid Fonseca Najar" userId="73f9163c-41a4-46db-a396-54c94cc9cf95" providerId="ADAL" clId="{8AF7FC4C-CF9B-4A6B-AAD0-0DBF7EC8CD02}" dt="2026-09-30T22:49:15.645" v="1284" actId="478"/>
          <ac:spMkLst>
            <pc:docMk/>
            <pc:sldMk cId="3221957911" sldId="298"/>
            <ac:spMk id="5" creationId="{73BC59CF-4D16-0B5C-E3E2-2B9558792F2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9307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A59E9-747C-AB1D-D1FA-BE3BEEF96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2B149A-144C-34B6-E614-D95B422426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488388-99F1-8BBC-4826-C306189F8D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986-E244-C483-1139-3B7384FC33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4667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53F85-B0FD-557D-BE63-BF913ADB4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D07D74-0132-916C-BC00-31FD7A58F9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479D9A-ED96-9715-AD0D-8E2CC7D719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B0BB73-8F0E-E2A4-58C4-3AA335BE78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3466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B5F60-9F8C-2712-5CA3-BDE7E400A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45A48B-D362-8B7E-0E1A-01651FBA92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E54D69-1333-0430-76D6-27972721AC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3EBFE1-41D2-8421-73D4-CC812D9A7A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6624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20B7F-7376-9B74-CB34-CF888C782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D7B3DB-45B1-7628-A091-85C37CE84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D7700E-93FD-70D3-B112-4F22874DFB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6CD97B-9E19-3E92-FD1A-EA97C9123E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9514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4CFC1-E00C-FAAC-C8B3-00C0CB165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3AFC89-EED2-A333-FB30-E20E18CFFA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BFB93-2D45-B81D-232E-08D18616CC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8CD335-C064-F65B-6054-1AFE1FE1B4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0691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0FE82-4FBB-5AC8-830F-433195129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8DEBD7-1F54-CD84-1A81-CEEBF91D2E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A4729F-4FC6-2BE4-CE99-9745D715E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FE2D6-1AC1-A628-429A-8968F178E1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0330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77379-B046-0B01-D2E4-08333BA83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BDD654-F496-2787-D3AE-C093948C07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64ED14-8C94-E23E-186A-9A07B55D8F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9D103-D204-7BA4-93C3-579B3EB430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7871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EC358-7E1C-D47E-DC93-3DDEC5317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2AD5AE-1608-4AB2-DFAA-9DD62DE18A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02229C-8860-30B8-A5E8-389F490379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B08326-43D9-2D21-8517-F2142ECB1E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2475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97ACE-6D32-1FD4-CD09-5BAE315C6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BD1270-135E-E5C0-1BCE-EDA4B30FD5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3FD722-DF7A-F1EB-AF66-EE19F87C51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CDC2A-2FDE-74FA-08A2-C6519ED43A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5723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0567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1092E-EFEB-BFEC-0364-D3922762D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1CC40B-0514-F95C-702E-AA926A32E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00C0C2-6D50-5A74-3109-2C3FE02AF0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D5240-304A-8848-7089-97E5A552F5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3402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950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8.png"/><Relationship Id="rId4" Type="http://schemas.openxmlformats.org/officeDocument/2006/relationships/notesSlide" Target="../notesSlides/notesSlide2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2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Schedule-free autonomous boats in Bergen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68680" y="3291840"/>
            <a:ext cx="3840480" cy="0"/>
          </a:xfrm>
          <a:prstGeom prst="line">
            <a:avLst/>
          </a:prstGeom>
          <a:noFill/>
          <a:ln w="2540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822960" y="34747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Dispatch heuristics and reinforcement learning for real-time on-demand fleet operation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NHH  .  Supervisors: J. C. Goez, S. W. Wallace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6070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Bergen is by the water. 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Autonomous boats could link points that are close by water but far by road, with no driver and no timetable.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study the on-</a:t>
            </a:r>
            <a:r>
              <a:rPr lang="en-US" sz="2000" dirty="0" err="1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demant</a:t>
            </a:r>
            <a:r>
              <a:rPr lang="en-US" sz="20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operation of such a service over four points: Kleppesto, Laksevag, Bryggen, Sandviken.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Passengers specify </a:t>
            </a:r>
            <a:r>
              <a:rPr lang="en-US" sz="20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they want to arrive. </a:t>
            </a:r>
            <a:endParaRPr lang="en-US" sz="2000" dirty="0">
              <a:solidFill>
                <a:srgbClr val="262626"/>
              </a:solidFill>
              <a:latin typeface="Georgia" pitchFamily="34" charset="0"/>
            </a:endParaRP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question: if on-demand water transport were deployed, which operating method gives the best service. We compare a dispatch heuristic against a learned (RL) policy.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Related work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106984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 and Wallace (2021). Autonomous water taxis in Bergen. Static location, fleet and routing. DOI 10.1016/j.tre.2021.102456.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Braathen, Goez and Guajardo (2024). Autonomous ferries under labour rules. Static weekly plan. DOI 10.1016/j.martra.2024.100115.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Sanchez-Martinez et al. (2017). Schedule-free high-frequency transit. The operating idea behind this work.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104241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Setup: parameters and assumptions.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1: navigable routing.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2: demand model.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simulator (the operating environment) and metrics.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Dispatch heuristics H0 to H3, and results.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Fleet-size sensitivity.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reinforcement-learning model and reward design.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and comparison of all methods.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4865" y="337209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>
                <a:solidFill>
                  <a:srgbClr val="262626"/>
                </a:solidFill>
                <a:latin typeface="Georgia" pitchFamily="34" charset="0"/>
              </a:rPr>
              <a:t>System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48839"/>
            <a:ext cx="2377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Georgia" panose="02040502050405020303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2258567"/>
            <a:ext cx="2103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41414"/>
                </a:solidFill>
                <a:latin typeface="Georgia" panose="02040502050405020303" pitchFamily="18" charset="0"/>
              </a:rPr>
              <a:t>1. Geography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24327"/>
            <a:ext cx="2103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64646"/>
                </a:solidFill>
                <a:latin typeface="Georgia" panose="02040502050405020303" pitchFamily="18" charset="0"/>
              </a:rPr>
              <a:t>4 demand nodes
Water-based routes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148839"/>
            <a:ext cx="2377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Georgia" panose="02040502050405020303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66160" y="2258567"/>
            <a:ext cx="2103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41414"/>
                </a:solidFill>
                <a:latin typeface="Georgia" panose="02040502050405020303" pitchFamily="18" charset="0"/>
              </a:rPr>
              <a:t>2.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624327"/>
            <a:ext cx="21031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64646"/>
                </a:solidFill>
                <a:latin typeface="Georgia" panose="02040502050405020303" pitchFamily="18" charset="0"/>
              </a:rPr>
              <a:t>OD intensity
Time-varying arrivals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148839"/>
            <a:ext cx="2377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Georgia" panose="02040502050405020303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0" y="2258567"/>
            <a:ext cx="2103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41414"/>
                </a:solidFill>
                <a:latin typeface="Georgia" panose="02040502050405020303" pitchFamily="18" charset="0"/>
              </a:rPr>
              <a:t>3. Simulator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24327"/>
            <a:ext cx="2103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64646"/>
                </a:solidFill>
                <a:latin typeface="Georgia" panose="02040502050405020303" pitchFamily="18" charset="0"/>
              </a:rPr>
              <a:t>2-min steps
Queues + boats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2148839"/>
            <a:ext cx="2377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Georgia" panose="02040502050405020303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235440" y="2258567"/>
            <a:ext cx="2103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41414"/>
                </a:solidFill>
                <a:latin typeface="Georgia" panose="02040502050405020303" pitchFamily="18" charset="0"/>
              </a:rPr>
              <a:t>4. Policy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624327"/>
            <a:ext cx="2103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64646"/>
                </a:solidFill>
                <a:latin typeface="Georgia" panose="02040502050405020303" pitchFamily="18" charset="0"/>
              </a:rPr>
              <a:t>H0–H3
PPO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754878"/>
            <a:ext cx="8503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41414"/>
                </a:solidFill>
                <a:latin typeface="Georgia" panose="02040502050405020303" pitchFamily="18" charset="0"/>
              </a:rPr>
              <a:t>Same simulator • same demand • same metrics</a:t>
            </a:r>
          </a:p>
        </p:txBody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684275A7-DFD2-28B9-ECEF-FE8EFABC9939}"/>
              </a:ext>
            </a:extLst>
          </p:cNvPr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Setup: parameters and assumptions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357633"/>
              </p:ext>
            </p:extLst>
          </p:nvPr>
        </p:nvGraphicFramePr>
        <p:xfrm>
          <a:off x="731520" y="1280160"/>
          <a:ext cx="10698480" cy="36576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Item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Value / assumption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Network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4 points, direct point-to-point trips (no multi-stop routes yet)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Time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full day 06:00 to 24:00, decisions every 2 minutes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Boat speed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30 km/h - 16 knots (design value)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Fleet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swept 4 to 16 boats; capacity 30 per boat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Demand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synthetic, anchored in SSB data, reference = 10% of catchment population (about 8,000 trips/day)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Passengers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They wait until served (no abandonment)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Objective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minimise passengers' time in the system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1. Navigable routing: method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52120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FontTx/>
              <a:buChar char="•"/>
            </a:pPr>
            <a:r>
              <a:rPr lang="es-CO" sz="1400" dirty="0" err="1">
                <a:solidFill>
                  <a:srgbClr val="262626"/>
                </a:solidFill>
                <a:latin typeface="Georgia" pitchFamily="34" charset="0"/>
              </a:rPr>
              <a:t>Bryggen</a:t>
            </a:r>
            <a:r>
              <a:rPr lang="es-CO" sz="1400" dirty="0">
                <a:solidFill>
                  <a:srgbClr val="262626"/>
                </a:solidFill>
                <a:latin typeface="Georgia" pitchFamily="34" charset="0"/>
              </a:rPr>
              <a:t>, </a:t>
            </a:r>
            <a:r>
              <a:rPr lang="es-CO" sz="1400" dirty="0" err="1">
                <a:solidFill>
                  <a:srgbClr val="262626"/>
                </a:solidFill>
                <a:latin typeface="Georgia" pitchFamily="34" charset="0"/>
              </a:rPr>
              <a:t>Kleppestø</a:t>
            </a:r>
            <a:r>
              <a:rPr lang="es-CO" sz="1400" dirty="0">
                <a:solidFill>
                  <a:srgbClr val="262626"/>
                </a:solidFill>
                <a:latin typeface="Georgia" pitchFamily="34" charset="0"/>
              </a:rPr>
              <a:t>, </a:t>
            </a:r>
            <a:r>
              <a:rPr lang="es-CO" sz="1400" dirty="0" err="1">
                <a:solidFill>
                  <a:srgbClr val="262626"/>
                </a:solidFill>
                <a:latin typeface="Georgia" pitchFamily="34" charset="0"/>
              </a:rPr>
              <a:t>Laksevåg</a:t>
            </a:r>
            <a:r>
              <a:rPr lang="es-CO" sz="1400" dirty="0">
                <a:solidFill>
                  <a:srgbClr val="262626"/>
                </a:solidFill>
                <a:latin typeface="Georgia" pitchFamily="34" charset="0"/>
              </a:rPr>
              <a:t> and </a:t>
            </a:r>
            <a:r>
              <a:rPr lang="es-CO" sz="1400" dirty="0" err="1">
                <a:solidFill>
                  <a:srgbClr val="262626"/>
                </a:solidFill>
                <a:latin typeface="Georgia" pitchFamily="34" charset="0"/>
              </a:rPr>
              <a:t>Sandviken</a:t>
            </a:r>
            <a:r>
              <a:rPr lang="es-CO" sz="1400" dirty="0">
                <a:solidFill>
                  <a:srgbClr val="262626"/>
                </a:solidFill>
                <a:latin typeface="Georgia" pitchFamily="34" charset="0"/>
              </a:rPr>
              <a:t>.</a:t>
            </a:r>
            <a:endParaRPr lang="en-US" sz="1400" dirty="0">
              <a:solidFill>
                <a:srgbClr val="262626"/>
              </a:solidFill>
              <a:latin typeface="Georgia" pitchFamily="34" charset="0"/>
            </a:endParaRP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Straight lines between points cross land. A boat must go around the coast.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water/land mask is built from map tiles, classifying each pixel.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water pixel is a graph node, linked only to water </a:t>
            </a:r>
            <a:r>
              <a:rPr lang="en-US" sz="1400" dirty="0" err="1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neighbours</a:t>
            </a: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400" dirty="0"/>
          </a:p>
        </p:txBody>
      </p:sp>
      <p:pic>
        <p:nvPicPr>
          <p:cNvPr id="6" name="Image 0" descr="/home/claude/f2/mapa_mascara_agu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083" y="1234440"/>
            <a:ext cx="5618074" cy="4389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35040" y="580644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Water/land mask over Bergen</a:t>
            </a:r>
            <a:endParaRPr lang="en-US" sz="1100" dirty="0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32AFC20D-FDB2-038F-DC2D-5BB0B985F786}"/>
              </a:ext>
            </a:extLst>
          </p:cNvPr>
          <p:cNvSpPr/>
          <p:nvPr/>
        </p:nvSpPr>
        <p:spPr>
          <a:xfrm>
            <a:off x="837409" y="3360753"/>
            <a:ext cx="4817422" cy="2994327"/>
          </a:xfrm>
          <a:custGeom>
            <a:avLst/>
            <a:gdLst/>
            <a:ahLst/>
            <a:cxnLst/>
            <a:rect l="l" t="t" r="r" b="b"/>
            <a:pathLst>
              <a:path w="8494461" h="5165694">
                <a:moveTo>
                  <a:pt x="0" y="0"/>
                </a:moveTo>
                <a:lnTo>
                  <a:pt x="8494461" y="0"/>
                </a:lnTo>
                <a:lnTo>
                  <a:pt x="8494461" y="5165694"/>
                </a:lnTo>
                <a:lnTo>
                  <a:pt x="0" y="51656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1. Result and calibration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000" dirty="0"/>
          </a:p>
        </p:txBody>
      </p:sp>
      <p:pic>
        <p:nvPicPr>
          <p:cNvPr id="5" name="Image 0" descr="/home/claude/f2/mapa_rutas_navegab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10963"/>
            <a:ext cx="5760720" cy="34703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4406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Navigable routes between the four points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92240" y="1280160"/>
            <a:ext cx="51206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Dijkstra finds the shortest path that never crosses land.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FontTx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</a:rPr>
              <a:t>Final configuration uses 30 km/h effective speed.</a:t>
            </a:r>
            <a:endParaRPr lang="en-US" sz="1400" dirty="0">
              <a:solidFill>
                <a:srgbClr val="262626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>
              <a:lnSpc>
                <a:spcPct val="112000"/>
              </a:lnSpc>
              <a:spcAft>
                <a:spcPts val="700"/>
              </a:spcAft>
              <a:buSzPct val="100000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output is a travel-time matrix in minutes, used by every later stage.</a:t>
            </a:r>
            <a:endParaRPr lang="en-US" sz="1400" dirty="0"/>
          </a:p>
        </p:txBody>
      </p:sp>
      <p:pic>
        <p:nvPicPr>
          <p:cNvPr id="8" name="Image 1" descr="/home/claude/f2/heatmap_tiempos_navegab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2583180"/>
            <a:ext cx="3741725" cy="3017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40880" y="568071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Travel-time matrix (minutes)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FB34B-9900-DC9D-74A9-38C1D4953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62E5E5A-1608-B185-B198-572A30EF1D1D}"/>
              </a:ext>
            </a:extLst>
          </p:cNvPr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2. Demand model</a:t>
            </a:r>
            <a:endParaRPr lang="en-US" sz="2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3132189-18DB-0C1A-48E3-DBBC79314298}"/>
              </a:ext>
            </a:extLst>
          </p:cNvPr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3AC640E-80D6-CFB3-7FAA-C53B7E482719}"/>
              </a:ext>
            </a:extLst>
          </p:cNvPr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0BC99A4-8901-CBE8-2E61-2A361AAC380F}"/>
              </a:ext>
            </a:extLst>
          </p:cNvPr>
          <p:cNvSpPr/>
          <p:nvPr/>
        </p:nvSpPr>
        <p:spPr>
          <a:xfrm>
            <a:off x="658368" y="1852278"/>
            <a:ext cx="55778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real demand exists, so it is generated, but anchored in open data.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Around each point we take the real statistical zones it serves, and read residents and jobs per zone from SSB.</a:t>
            </a:r>
          </a:p>
          <a:p>
            <a:pPr>
              <a:lnSpc>
                <a:spcPct val="112000"/>
              </a:lnSpc>
              <a:spcAft>
                <a:spcPts val="700"/>
              </a:spcAft>
              <a:buSzPct val="100000"/>
            </a:pPr>
            <a:endParaRPr lang="en-US" sz="1400" dirty="0"/>
          </a:p>
          <a:p>
            <a:pPr>
              <a:lnSpc>
                <a:spcPct val="112000"/>
              </a:lnSpc>
              <a:spcAft>
                <a:spcPts val="700"/>
              </a:spcAft>
              <a:buSzPct val="100000"/>
            </a:pPr>
            <a:endParaRPr lang="en-US" sz="1400" dirty="0"/>
          </a:p>
          <a:p>
            <a:pPr>
              <a:lnSpc>
                <a:spcPct val="112000"/>
              </a:lnSpc>
              <a:spcAft>
                <a:spcPts val="700"/>
              </a:spcAft>
              <a:buSzPct val="100000"/>
            </a:pPr>
            <a:endParaRPr lang="en-US" sz="1400" dirty="0"/>
          </a:p>
          <a:p>
            <a:pPr>
              <a:lnSpc>
                <a:spcPct val="112000"/>
              </a:lnSpc>
              <a:spcAft>
                <a:spcPts val="700"/>
              </a:spcAft>
              <a:buSzPct val="100000"/>
            </a:pPr>
            <a:endParaRPr lang="en-US" sz="1400" dirty="0"/>
          </a:p>
          <a:p>
            <a:pPr>
              <a:lnSpc>
                <a:spcPct val="112000"/>
              </a:lnSpc>
              <a:spcAft>
                <a:spcPts val="700"/>
              </a:spcAft>
              <a:buSzPct val="100000"/>
            </a:pPr>
            <a:endParaRPr lang="en-US" sz="1400" dirty="0"/>
          </a:p>
        </p:txBody>
      </p:sp>
      <p:pic>
        <p:nvPicPr>
          <p:cNvPr id="8" name="Image 0" descr="/home/claude/f2/mapa_general_zonas_grunnkretser.png">
            <a:extLst>
              <a:ext uri="{FF2B5EF4-FFF2-40B4-BE49-F238E27FC236}">
                <a16:creationId xmlns:a16="http://schemas.microsoft.com/office/drawing/2014/main" id="{8B036B05-22E6-A0FE-605D-695BF7A01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590" y="1234440"/>
            <a:ext cx="4060441" cy="4462023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80D8B926-3506-7DCA-6454-3F220F415883}"/>
              </a:ext>
            </a:extLst>
          </p:cNvPr>
          <p:cNvSpPr/>
          <p:nvPr/>
        </p:nvSpPr>
        <p:spPr>
          <a:xfrm>
            <a:off x="6400800" y="588873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Catchment zones per point (SSB)</a:t>
            </a:r>
            <a:endParaRPr lang="en-US" sz="11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1CAB12C-ED98-DD3A-788E-3CDB02F38F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879" y="3565196"/>
            <a:ext cx="6264876" cy="1484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860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2. Demand model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0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E5B7918-983A-C4DE-02FB-1492349772ED}"/>
              </a:ext>
            </a:extLst>
          </p:cNvPr>
          <p:cNvSpPr txBox="1"/>
          <p:nvPr/>
        </p:nvSpPr>
        <p:spPr>
          <a:xfrm>
            <a:off x="505739" y="1320054"/>
            <a:ext cx="6098058" cy="1369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gravity-style formulation combines origin mass, destination attractiveness.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FontTx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Time-of-day roles create different directional patterns. (Morning flow toward the </a:t>
            </a:r>
            <a:r>
              <a:rPr lang="en-US" sz="1400" dirty="0" err="1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centre</a:t>
            </a: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afternoon away from it. The direction split emerges from the data, it is not imposed.)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A78B706B-E8B5-A22B-BB13-49FE006EA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39" y="3040642"/>
            <a:ext cx="5479425" cy="1514687"/>
          </a:xfrm>
          <a:prstGeom prst="rect">
            <a:avLst/>
          </a:prstGeom>
        </p:spPr>
      </p:pic>
      <p:pic>
        <p:nvPicPr>
          <p:cNvPr id="17" name="Image 0" descr="/home/claude/f2/perfil_demanda_hora.png">
            <a:extLst>
              <a:ext uri="{FF2B5EF4-FFF2-40B4-BE49-F238E27FC236}">
                <a16:creationId xmlns:a16="http://schemas.microsoft.com/office/drawing/2014/main" id="{BD44E3E2-6081-E1B0-F030-061FB359B8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3525" y="2689853"/>
            <a:ext cx="4826203" cy="2377440"/>
          </a:xfrm>
          <a:prstGeom prst="rect">
            <a:avLst/>
          </a:prstGeom>
        </p:spPr>
      </p:pic>
      <p:sp>
        <p:nvSpPr>
          <p:cNvPr id="19" name="Text 4">
            <a:extLst>
              <a:ext uri="{FF2B5EF4-FFF2-40B4-BE49-F238E27FC236}">
                <a16:creationId xmlns:a16="http://schemas.microsoft.com/office/drawing/2014/main" id="{C776A717-F793-052A-BFD8-AB4F98847645}"/>
              </a:ext>
            </a:extLst>
          </p:cNvPr>
          <p:cNvSpPr/>
          <p:nvPr/>
        </p:nvSpPr>
        <p:spPr>
          <a:xfrm>
            <a:off x="6998106" y="5067293"/>
            <a:ext cx="4257040" cy="274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 profile by hour</a:t>
            </a:r>
            <a:endParaRPr lang="en-US" sz="1100" dirty="0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180CA234-B141-FCAD-926C-0D67A16180BA}"/>
              </a:ext>
            </a:extLst>
          </p:cNvPr>
          <p:cNvSpPr/>
          <p:nvPr/>
        </p:nvSpPr>
        <p:spPr>
          <a:xfrm>
            <a:off x="597847" y="4912360"/>
            <a:ext cx="5212080" cy="2453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Arrivals follow a Poisson process whose rate rises and falls with the time band.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 of catchment population (about 8,000 trips/day)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simulator (the operating environment)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5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7520" y="141732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boat positions and occupancy, passengers waiting per origin-destination pair, time of day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5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017520" y="23774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each free boat, go to one of the four points, or wait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3375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5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Transition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17520" y="33375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boats move on real times, demand arrives, 2-minute steps; direct trips only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2976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5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7520" y="429768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queues are separate per pair; a boat serves one pair per trip, in arrival order, up to capacity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7607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simulator is used by every policy (heuristic and RL), so comparisons are fair.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65384-373D-608E-BCF2-BC2BE35C0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8909576-3F87-E937-6CB3-CE92ABB32CBF}"/>
              </a:ext>
            </a:extLst>
          </p:cNvPr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simulator (the operating environment)</a:t>
            </a:r>
            <a:endParaRPr lang="en-US" sz="2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BD5F4FE-2AB7-B6D1-D1BE-26870A6B21C7}"/>
              </a:ext>
            </a:extLst>
          </p:cNvPr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7E8D202-96D9-4ACA-C52D-E9A0DA7557FD}"/>
              </a:ext>
            </a:extLst>
          </p:cNvPr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66F8DCF-1949-C88A-DDBD-E20020E65EC5}"/>
              </a:ext>
            </a:extLst>
          </p:cNvPr>
          <p:cNvSpPr/>
          <p:nvPr/>
        </p:nvSpPr>
        <p:spPr>
          <a:xfrm>
            <a:off x="914400" y="115606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5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</a:t>
            </a:r>
            <a:endParaRPr lang="en-US" sz="150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07E715D-6031-9E12-A99E-E3C210B50955}"/>
              </a:ext>
            </a:extLst>
          </p:cNvPr>
          <p:cNvSpPr txBox="1"/>
          <p:nvPr/>
        </p:nvSpPr>
        <p:spPr>
          <a:xfrm>
            <a:off x="2791097" y="1326451"/>
            <a:ext cx="8273143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 dirty="0">
                <a:solidFill>
                  <a:srgbClr val="262626"/>
                </a:solidFill>
                <a:latin typeface="Georgia" pitchFamily="34" charset="0"/>
              </a:rPr>
              <a:t>State</a:t>
            </a:r>
            <a:r>
              <a:rPr lang="es-CO" sz="1400" dirty="0"/>
              <a:t> = {</a:t>
            </a:r>
          </a:p>
          <a:p>
            <a:endParaRPr lang="es-CO" sz="1400" dirty="0"/>
          </a:p>
          <a:p>
            <a:r>
              <a:rPr lang="es-CO" sz="1400" dirty="0"/>
              <a:t>     "</a:t>
            </a:r>
            <a:r>
              <a:rPr lang="es-CO" sz="1400" dirty="0" err="1"/>
              <a:t>Boats</a:t>
            </a:r>
            <a:r>
              <a:rPr lang="es-CO" sz="1400" dirty="0"/>
              <a:t>": [</a:t>
            </a:r>
          </a:p>
          <a:p>
            <a:r>
              <a:rPr lang="es-CO" sz="1400" dirty="0"/>
              <a:t>     # </a:t>
            </a:r>
            <a:r>
              <a:rPr lang="en-US" sz="1400" dirty="0"/>
              <a:t>Boat 0: Still in </a:t>
            </a:r>
            <a:r>
              <a:rPr lang="en-US" sz="1400" dirty="0" err="1"/>
              <a:t>Bryggen</a:t>
            </a:r>
            <a:r>
              <a:rPr lang="en-US" sz="1400" dirty="0"/>
              <a:t>, empty, no passengers</a:t>
            </a:r>
            <a:endParaRPr lang="es-CO" sz="1400" dirty="0"/>
          </a:p>
          <a:p>
            <a:r>
              <a:rPr lang="es-CO" sz="1400" dirty="0"/>
              <a:t>     { "</a:t>
            </a:r>
            <a:r>
              <a:rPr lang="es-CO" sz="1400" dirty="0" err="1"/>
              <a:t>Origin</a:t>
            </a:r>
            <a:r>
              <a:rPr lang="es-CO" sz="1400" dirty="0"/>
              <a:t>": "B", "</a:t>
            </a:r>
            <a:r>
              <a:rPr lang="es-CO" sz="1400" dirty="0" err="1"/>
              <a:t>Destination</a:t>
            </a:r>
            <a:r>
              <a:rPr lang="es-CO" sz="1400" dirty="0"/>
              <a:t>": "B", "min </a:t>
            </a:r>
            <a:r>
              <a:rPr lang="es-CO" sz="1400" dirty="0" err="1"/>
              <a:t>to</a:t>
            </a:r>
            <a:r>
              <a:rPr lang="es-CO" sz="1400" dirty="0"/>
              <a:t> </a:t>
            </a:r>
            <a:r>
              <a:rPr lang="es-CO" sz="1400" dirty="0" err="1"/>
              <a:t>get</a:t>
            </a:r>
            <a:r>
              <a:rPr lang="es-CO" sz="1400" dirty="0"/>
              <a:t> </a:t>
            </a:r>
            <a:r>
              <a:rPr lang="es-CO" sz="1400" dirty="0" err="1"/>
              <a:t>there</a:t>
            </a:r>
            <a:r>
              <a:rPr lang="es-CO" sz="1400" dirty="0"/>
              <a:t>": 0, "</a:t>
            </a:r>
            <a:r>
              <a:rPr lang="es-CO" sz="1400" dirty="0" err="1"/>
              <a:t>Occupation</a:t>
            </a:r>
            <a:r>
              <a:rPr lang="es-CO" sz="1400" dirty="0"/>
              <a:t>": 0 },</a:t>
            </a:r>
          </a:p>
          <a:p>
            <a:endParaRPr lang="es-CO" sz="1400" dirty="0"/>
          </a:p>
          <a:p>
            <a:r>
              <a:rPr lang="es-CO" sz="1400" dirty="0"/>
              <a:t>     # </a:t>
            </a:r>
            <a:r>
              <a:rPr lang="en-US" sz="1400" dirty="0"/>
              <a:t>Boat 1: halfway from </a:t>
            </a:r>
            <a:r>
              <a:rPr lang="en-US" sz="1400" dirty="0" err="1"/>
              <a:t>Kleppestø</a:t>
            </a:r>
            <a:r>
              <a:rPr lang="en-US" sz="1400" dirty="0"/>
              <a:t> to </a:t>
            </a:r>
            <a:r>
              <a:rPr lang="en-US" sz="1400" dirty="0" err="1"/>
              <a:t>Bryggen</a:t>
            </a:r>
            <a:r>
              <a:rPr lang="en-US" sz="1400" dirty="0"/>
              <a:t>, with 12 people, 6 min to go</a:t>
            </a:r>
            <a:endParaRPr lang="es-CO" sz="1400" dirty="0"/>
          </a:p>
          <a:p>
            <a:r>
              <a:rPr lang="es-CO" sz="1400" dirty="0"/>
              <a:t>     { "</a:t>
            </a:r>
            <a:r>
              <a:rPr lang="es-CO" sz="1400" dirty="0" err="1"/>
              <a:t>Origin</a:t>
            </a:r>
            <a:r>
              <a:rPr lang="es-CO" sz="1400" dirty="0"/>
              <a:t>": "K", "</a:t>
            </a:r>
            <a:r>
              <a:rPr lang="es-CO" sz="1400" dirty="0" err="1"/>
              <a:t>Destination</a:t>
            </a:r>
            <a:r>
              <a:rPr lang="es-CO" sz="1400" dirty="0"/>
              <a:t>": "B", " min </a:t>
            </a:r>
            <a:r>
              <a:rPr lang="es-CO" sz="1400" dirty="0" err="1"/>
              <a:t>to</a:t>
            </a:r>
            <a:r>
              <a:rPr lang="es-CO" sz="1400" dirty="0"/>
              <a:t> </a:t>
            </a:r>
            <a:r>
              <a:rPr lang="es-CO" sz="1400" dirty="0" err="1"/>
              <a:t>get</a:t>
            </a:r>
            <a:r>
              <a:rPr lang="es-CO" sz="1400" dirty="0"/>
              <a:t> </a:t>
            </a:r>
            <a:r>
              <a:rPr lang="es-CO" sz="1400" dirty="0" err="1"/>
              <a:t>there</a:t>
            </a:r>
            <a:r>
              <a:rPr lang="es-CO" sz="1400" dirty="0"/>
              <a:t>": 6, "</a:t>
            </a:r>
            <a:r>
              <a:rPr lang="es-CO" sz="1400" dirty="0" err="1"/>
              <a:t>Occupation</a:t>
            </a:r>
            <a:r>
              <a:rPr lang="es-CO" sz="1400" dirty="0"/>
              <a:t>": 12 }</a:t>
            </a:r>
          </a:p>
          <a:p>
            <a:r>
              <a:rPr lang="es-CO" sz="1400" dirty="0"/>
              <a:t>  ],</a:t>
            </a:r>
          </a:p>
          <a:p>
            <a:endParaRPr lang="es-CO" sz="1400" dirty="0"/>
          </a:p>
          <a:p>
            <a:endParaRPr lang="es-CO" sz="1400" dirty="0"/>
          </a:p>
          <a:p>
            <a:endParaRPr lang="es-CO" sz="1400" dirty="0"/>
          </a:p>
          <a:p>
            <a:r>
              <a:rPr lang="es-CO" sz="1400" dirty="0"/>
              <a:t>  "Demand </a:t>
            </a:r>
            <a:r>
              <a:rPr lang="es-CO" sz="1400" dirty="0" err="1"/>
              <a:t>waiting</a:t>
            </a:r>
            <a:r>
              <a:rPr lang="es-CO" sz="1400" dirty="0"/>
              <a:t>": {</a:t>
            </a:r>
          </a:p>
          <a:p>
            <a:r>
              <a:rPr lang="en-US" sz="1400" dirty="0"/>
              <a:t>    # for each origin-destination pair: how many people and how long ago the oldest one waits</a:t>
            </a:r>
            <a:r>
              <a:rPr lang="es-CO" sz="1400" dirty="0"/>
              <a:t>  </a:t>
            </a:r>
          </a:p>
          <a:p>
            <a:r>
              <a:rPr lang="es-CO" sz="1400" dirty="0"/>
              <a:t>     "K-&gt;B": { “</a:t>
            </a:r>
            <a:r>
              <a:rPr lang="es-CO" sz="1400" dirty="0" err="1"/>
              <a:t>persons</a:t>
            </a:r>
            <a:r>
              <a:rPr lang="es-CO" sz="1400" dirty="0"/>
              <a:t>": 15, "Wait </a:t>
            </a:r>
            <a:r>
              <a:rPr lang="es-CO" sz="1400" dirty="0" err="1"/>
              <a:t>max</a:t>
            </a:r>
            <a:r>
              <a:rPr lang="es-CO" sz="1400" dirty="0"/>
              <a:t> minute": 8 },</a:t>
            </a:r>
          </a:p>
          <a:p>
            <a:r>
              <a:rPr lang="es-CO" sz="1400" dirty="0"/>
              <a:t>     "K-&gt;S": { " </a:t>
            </a:r>
            <a:r>
              <a:rPr lang="es-CO" sz="1400" dirty="0" err="1"/>
              <a:t>persons</a:t>
            </a:r>
            <a:r>
              <a:rPr lang="es-CO" sz="1400" dirty="0"/>
              <a:t> ": 3,  " Wait </a:t>
            </a:r>
            <a:r>
              <a:rPr lang="es-CO" sz="1400" dirty="0" err="1"/>
              <a:t>max</a:t>
            </a:r>
            <a:r>
              <a:rPr lang="es-CO" sz="1400" dirty="0"/>
              <a:t> minute ": 2 },</a:t>
            </a:r>
          </a:p>
          <a:p>
            <a:r>
              <a:rPr lang="es-CO" sz="1400" dirty="0"/>
              <a:t>     "L-&gt;B": { " </a:t>
            </a:r>
            <a:r>
              <a:rPr lang="es-CO" sz="1400" dirty="0" err="1"/>
              <a:t>persons</a:t>
            </a:r>
            <a:r>
              <a:rPr lang="es-CO" sz="1400" dirty="0"/>
              <a:t> ": 0,  " Wait </a:t>
            </a:r>
            <a:r>
              <a:rPr lang="es-CO" sz="1400" dirty="0" err="1"/>
              <a:t>max</a:t>
            </a:r>
            <a:r>
              <a:rPr lang="es-CO" sz="1400" dirty="0"/>
              <a:t> minute ": 0 },</a:t>
            </a:r>
          </a:p>
          <a:p>
            <a:r>
              <a:rPr lang="es-CO" sz="1400" dirty="0"/>
              <a:t>     ... (</a:t>
            </a:r>
            <a:r>
              <a:rPr lang="es-CO" sz="1400" dirty="0" err="1"/>
              <a:t>All</a:t>
            </a:r>
            <a:r>
              <a:rPr lang="es-CO" sz="1400" dirty="0"/>
              <a:t> 12 </a:t>
            </a:r>
            <a:r>
              <a:rPr lang="es-CO" sz="1400" dirty="0" err="1"/>
              <a:t>pairs</a:t>
            </a:r>
            <a:r>
              <a:rPr lang="es-CO" sz="1400" dirty="0"/>
              <a:t>)</a:t>
            </a:r>
          </a:p>
          <a:p>
            <a:r>
              <a:rPr lang="es-CO" sz="1400" dirty="0"/>
              <a:t>  }</a:t>
            </a:r>
          </a:p>
          <a:p>
            <a:endParaRPr lang="es-CO" sz="1400" dirty="0"/>
          </a:p>
          <a:p>
            <a:r>
              <a:rPr lang="es-CO" sz="1400" dirty="0"/>
              <a:t>  "Time": { "minute": 465, “</a:t>
            </a:r>
            <a:r>
              <a:rPr lang="es-CO" sz="1400" dirty="0" err="1"/>
              <a:t>day</a:t>
            </a:r>
            <a:r>
              <a:rPr lang="es-CO" sz="1400" dirty="0"/>
              <a:t>": “lunes" }</a:t>
            </a:r>
          </a:p>
          <a:p>
            <a:endParaRPr lang="es-CO" sz="1400" dirty="0"/>
          </a:p>
          <a:p>
            <a:r>
              <a:rPr lang="es-CO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33862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8F870-FD98-03CA-3E30-C94EB4118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E29C245-86DD-5941-2A71-8CDD18E23A44}"/>
              </a:ext>
            </a:extLst>
          </p:cNvPr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metrics</a:t>
            </a:r>
            <a:endParaRPr lang="en-US" sz="2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54009CD-859A-B83E-04C8-486E7B9A09F7}"/>
              </a:ext>
            </a:extLst>
          </p:cNvPr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B5337F8-C5D1-E6A4-E938-9F6806FA6956}"/>
              </a:ext>
            </a:extLst>
          </p:cNvPr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ECBEE405-B79E-9061-1C21-7DF936D240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954689"/>
              </p:ext>
            </p:extLst>
          </p:nvPr>
        </p:nvGraphicFramePr>
        <p:xfrm>
          <a:off x="640080" y="1384300"/>
          <a:ext cx="11064240" cy="45547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32120">
                  <a:extLst>
                    <a:ext uri="{9D8B030D-6E8A-4147-A177-3AD203B41FA5}">
                      <a16:colId xmlns:a16="http://schemas.microsoft.com/office/drawing/2014/main" val="4067183912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765250669"/>
                    </a:ext>
                  </a:extLst>
                </a:gridCol>
              </a:tblGrid>
              <a:tr h="554227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Metric</a:t>
                      </a:r>
                    </a:p>
                  </a:txBody>
                  <a:tcPr marL="36576" marR="365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Meaning</a:t>
                      </a:r>
                    </a:p>
                  </a:txBody>
                  <a:tcPr marL="36576" marR="365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57951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Georgia" panose="02040502050405020303" pitchFamily="18" charset="0"/>
                        </a:rPr>
                        <a:t>Mean wait</a:t>
                      </a:r>
                    </a:p>
                  </a:txBody>
                  <a:tcPr marL="36576" marR="365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sz="1600">
                          <a:latin typeface="Georgia" panose="02040502050405020303" pitchFamily="18" charset="0"/>
                        </a:rPr>
                        <a:t>Typical passenger waiting time</a:t>
                      </a:r>
                    </a:p>
                  </a:txBody>
                  <a:tcPr marL="36576" marR="365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761772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Georgia" panose="02040502050405020303" pitchFamily="18" charset="0"/>
                        </a:rPr>
                        <a:t>P95 / max wait</a:t>
                      </a:r>
                    </a:p>
                  </a:txBody>
                  <a:tcPr marL="36576" marR="365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Georgia" panose="02040502050405020303" pitchFamily="18" charset="0"/>
                        </a:rPr>
                        <a:t>Tail and worst-case waiting</a:t>
                      </a:r>
                    </a:p>
                  </a:txBody>
                  <a:tcPr marL="36576" marR="365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9332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sz="1600">
                          <a:latin typeface="Georgia" panose="02040502050405020303" pitchFamily="18" charset="0"/>
                        </a:rPr>
                        <a:t>Mean system time</a:t>
                      </a:r>
                    </a:p>
                  </a:txBody>
                  <a:tcPr marL="36576" marR="365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Georgia" panose="02040502050405020303" pitchFamily="18" charset="0"/>
                        </a:rPr>
                        <a:t>Waiting + in-boat travel</a:t>
                      </a:r>
                    </a:p>
                  </a:txBody>
                  <a:tcPr marL="36576" marR="365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48115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Georgia" panose="02040502050405020303" pitchFamily="18" charset="0"/>
                        </a:rPr>
                        <a:t>% served</a:t>
                      </a:r>
                    </a:p>
                  </a:txBody>
                  <a:tcPr marL="36576" marR="365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Georgia" panose="02040502050405020303" pitchFamily="18" charset="0"/>
                        </a:rPr>
                        <a:t>Completed trips before horizon end</a:t>
                      </a:r>
                    </a:p>
                  </a:txBody>
                  <a:tcPr marL="36576" marR="365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688727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Georgia" panose="02040502050405020303" pitchFamily="18" charset="0"/>
                        </a:rPr>
                        <a:t>Final backlog</a:t>
                      </a:r>
                    </a:p>
                  </a:txBody>
                  <a:tcPr marL="36576" marR="365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Georgia" panose="02040502050405020303" pitchFamily="18" charset="0"/>
                        </a:rPr>
                        <a:t>Still queued or onboard at horizon end</a:t>
                      </a:r>
                    </a:p>
                  </a:txBody>
                  <a:tcPr marL="36576" marR="365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8655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Georgia" panose="02040502050405020303" pitchFamily="18" charset="0"/>
                        </a:rPr>
                        <a:t>Empty movements</a:t>
                      </a:r>
                    </a:p>
                  </a:txBody>
                  <a:tcPr marL="36576" marR="365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Georgia" panose="02040502050405020303" pitchFamily="18" charset="0"/>
                        </a:rPr>
                        <a:t>Repositioning without passengers</a:t>
                      </a:r>
                    </a:p>
                  </a:txBody>
                  <a:tcPr marL="36576" marR="365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09639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Georgia" panose="02040502050405020303" pitchFamily="18" charset="0"/>
                        </a:rPr>
                        <a:t>Fleet waiting/free</a:t>
                      </a:r>
                    </a:p>
                  </a:txBody>
                  <a:tcPr marL="36576" marR="365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Georgia" panose="02040502050405020303" pitchFamily="18" charset="0"/>
                        </a:rPr>
                        <a:t>Share of fleet time not serving</a:t>
                      </a:r>
                    </a:p>
                  </a:txBody>
                  <a:tcPr marL="36576" marR="365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4818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164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Dispatch heuristics: from H0 to H3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5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11680" y="141732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demand, send each free boat to the longest-waiting queue. Each boat decides alone.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5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246888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H0 + persistent reservation: once a boat commits to a queue, others do not chase it.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5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11680" y="352044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 + cost function, but only within local vs remote levels.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57200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5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11680" y="457200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 + global min-cost assignment: all free boats and all queues compared together. (best)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8064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boat already travelling to a node, with spare capacity, may still pick up new arrivals of that same queue.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6072" y="386943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200" b="1" dirty="0">
                <a:solidFill>
                  <a:srgbClr val="141414"/>
                </a:solidFill>
                <a:latin typeface="Georgia" panose="02040502050405020303" pitchFamily="18" charset="0"/>
              </a:rPr>
              <a:t>H0 - Reference </a:t>
            </a:r>
            <a:r>
              <a:rPr lang="es-CO" sz="2200" b="1" dirty="0" err="1">
                <a:solidFill>
                  <a:srgbClr val="141414"/>
                </a:solidFill>
                <a:latin typeface="Georgia" panose="02040502050405020303" pitchFamily="18" charset="0"/>
              </a:rPr>
              <a:t>policy</a:t>
            </a:r>
            <a:endParaRPr lang="es-CO" sz="2200" b="1" dirty="0">
              <a:solidFill>
                <a:srgbClr val="141414"/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0838" y="2952418"/>
            <a:ext cx="527516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464646"/>
                </a:solidFill>
                <a:latin typeface="Georgia" panose="02040502050405020303" pitchFamily="18" charset="0"/>
              </a:rPr>
              <a:t>1. Local demand exists → destination with oldest waiting passenger.
2. No local demand → remote queue with greatest waiting time; tie-break by travel time.
3. No demand → wait.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0B8A0DB8-1BAA-AD7F-21F6-C8458FA06608}"/>
              </a:ext>
            </a:extLst>
          </p:cNvPr>
          <p:cNvSpPr txBox="1"/>
          <p:nvPr/>
        </p:nvSpPr>
        <p:spPr>
          <a:xfrm>
            <a:off x="957998" y="2374315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141414"/>
                </a:solidFill>
                <a:latin typeface="Georgia" panose="02040502050405020303" pitchFamily="18" charset="0"/>
              </a:rPr>
              <a:t>Decision rule</a:t>
            </a:r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E70D8DA6-3083-ABF8-BCEC-E2B6212669FA}"/>
              </a:ext>
            </a:extLst>
          </p:cNvPr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4B7FF9B4-9E26-60A2-B975-3E7010B25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9616" y="1120699"/>
            <a:ext cx="5465217" cy="546521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B11FE-5EBA-7FFB-CDB4-52AAAA7C8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486890-4872-B6DD-E3B0-B48655DB3596}"/>
              </a:ext>
            </a:extLst>
          </p:cNvPr>
          <p:cNvSpPr txBox="1"/>
          <p:nvPr/>
        </p:nvSpPr>
        <p:spPr>
          <a:xfrm>
            <a:off x="658368" y="380411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>
                <a:solidFill>
                  <a:srgbClr val="141414"/>
                </a:solidFill>
                <a:latin typeface="Georgia" panose="02040502050405020303" pitchFamily="18" charset="0"/>
              </a:rPr>
              <a:t>H1 </a:t>
            </a:r>
            <a:r>
              <a:rPr lang="es-MX" sz="2200" b="1" dirty="0">
                <a:solidFill>
                  <a:srgbClr val="141414"/>
                </a:solidFill>
                <a:latin typeface="Georgia" panose="02040502050405020303" pitchFamily="18" charset="0"/>
              </a:rPr>
              <a:t>-</a:t>
            </a:r>
            <a:r>
              <a:rPr sz="2200" b="1" dirty="0">
                <a:solidFill>
                  <a:srgbClr val="141414"/>
                </a:solidFill>
                <a:latin typeface="Georgia" panose="02040502050405020303" pitchFamily="18" charset="0"/>
              </a:rPr>
              <a:t> Persistent reservations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B1A27B-FE25-9DAA-3BF4-68B42AD46DDF}"/>
              </a:ext>
            </a:extLst>
          </p:cNvPr>
          <p:cNvSpPr txBox="1"/>
          <p:nvPr/>
        </p:nvSpPr>
        <p:spPr>
          <a:xfrm>
            <a:off x="685800" y="2856814"/>
            <a:ext cx="6400800" cy="157992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  <a:defRPr sz="150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r>
              <a:rPr lang="es-MX" dirty="0"/>
              <a:t> </a:t>
            </a:r>
            <a:r>
              <a:rPr dirty="0"/>
              <a:t>H1 = H0 + persistent reservation.</a:t>
            </a:r>
          </a:p>
          <a:p>
            <a:r>
              <a:rPr dirty="0"/>
              <a:t> A repositioning boat reserves its remote OD queue.</a:t>
            </a:r>
          </a:p>
          <a:p>
            <a:r>
              <a:rPr dirty="0"/>
              <a:t> The reservation remains active while the boat is committed.</a:t>
            </a:r>
          </a:p>
          <a:p>
            <a:r>
              <a:rPr dirty="0"/>
              <a:t> Other free boats discount reserved capacity.</a:t>
            </a:r>
          </a:p>
          <a:p>
            <a:r>
              <a:rPr dirty="0"/>
              <a:t> This fixes a coordination problem across decision epochs.</a:t>
            </a:r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D956E347-1AA2-C05C-6C30-FC24DC6DFDEC}"/>
              </a:ext>
            </a:extLst>
          </p:cNvPr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8BBB3A35-6E89-9B83-B725-F6CDE7B4E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954" y="1127231"/>
            <a:ext cx="5548373" cy="55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606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05789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solidFill>
                  <a:srgbClr val="141414"/>
                </a:solidFill>
                <a:latin typeface="Georgia" panose="02040502050405020303" pitchFamily="18" charset="0"/>
              </a:rPr>
              <a:t>H2 </a:t>
            </a:r>
            <a:r>
              <a:rPr lang="es-MX" sz="2200" b="1" dirty="0">
                <a:solidFill>
                  <a:srgbClr val="141414"/>
                </a:solidFill>
                <a:latin typeface="Georgia" panose="02040502050405020303" pitchFamily="18" charset="0"/>
              </a:rPr>
              <a:t>-</a:t>
            </a:r>
            <a:r>
              <a:rPr sz="2200" b="1" dirty="0">
                <a:solidFill>
                  <a:srgbClr val="141414"/>
                </a:solidFill>
                <a:latin typeface="Georgia" panose="02040502050405020303" pitchFamily="18" charset="0"/>
              </a:rPr>
              <a:t> Cost within local/remote classes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3493" y="2488899"/>
            <a:ext cx="6400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dirty="0">
                <a:solidFill>
                  <a:srgbClr val="141414"/>
                </a:solidFill>
                <a:latin typeface="Georgia" panose="02040502050405020303" pitchFamily="18" charset="0"/>
              </a:rPr>
              <a:t>C(</a:t>
            </a:r>
            <a:r>
              <a:rPr sz="2500" dirty="0" err="1">
                <a:solidFill>
                  <a:srgbClr val="141414"/>
                </a:solidFill>
                <a:latin typeface="Georgia" panose="02040502050405020303" pitchFamily="18" charset="0"/>
              </a:rPr>
              <a:t>b,q</a:t>
            </a:r>
            <a:r>
              <a:rPr sz="2500" dirty="0">
                <a:solidFill>
                  <a:srgbClr val="141414"/>
                </a:solidFill>
                <a:latin typeface="Georgia" panose="02040502050405020303" pitchFamily="18" charset="0"/>
              </a:rPr>
              <a:t>) = </a:t>
            </a:r>
            <a:r>
              <a:rPr sz="2500" dirty="0" err="1">
                <a:solidFill>
                  <a:srgbClr val="141414"/>
                </a:solidFill>
                <a:latin typeface="Georgia" panose="02040502050405020303" pitchFamily="18" charset="0"/>
              </a:rPr>
              <a:t>T_pickup</a:t>
            </a:r>
            <a:r>
              <a:rPr sz="2500" dirty="0">
                <a:solidFill>
                  <a:srgbClr val="141414"/>
                </a:solidFill>
                <a:latin typeface="Georgia" panose="02040502050405020303" pitchFamily="18" charset="0"/>
              </a:rPr>
              <a:t>(</a:t>
            </a:r>
            <a:r>
              <a:rPr sz="2500" dirty="0" err="1">
                <a:solidFill>
                  <a:srgbClr val="141414"/>
                </a:solidFill>
                <a:latin typeface="Georgia" panose="02040502050405020303" pitchFamily="18" charset="0"/>
              </a:rPr>
              <a:t>b,q</a:t>
            </a:r>
            <a:r>
              <a:rPr sz="2500" dirty="0">
                <a:solidFill>
                  <a:srgbClr val="141414"/>
                </a:solidFill>
                <a:latin typeface="Georgia" panose="02040502050405020303" pitchFamily="18" charset="0"/>
              </a:rPr>
              <a:t>) − </a:t>
            </a:r>
            <a:r>
              <a:rPr sz="2500" dirty="0" err="1">
                <a:solidFill>
                  <a:srgbClr val="141414"/>
                </a:solidFill>
                <a:latin typeface="Georgia" panose="02040502050405020303" pitchFamily="18" charset="0"/>
              </a:rPr>
              <a:t>W_max</a:t>
            </a:r>
            <a:r>
              <a:rPr sz="2500" dirty="0">
                <a:solidFill>
                  <a:srgbClr val="141414"/>
                </a:solidFill>
                <a:latin typeface="Georgia" panose="02040502050405020303" pitchFamily="18" charset="0"/>
              </a:rPr>
              <a:t>(q)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" y="3223205"/>
            <a:ext cx="5504180" cy="2420599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  <a:defRPr sz="150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r>
              <a:rPr dirty="0" err="1"/>
              <a:t>T_pickup</a:t>
            </a:r>
            <a:r>
              <a:rPr dirty="0"/>
              <a:t> = time for boat b</a:t>
            </a:r>
            <a:r>
              <a:rPr b="1" dirty="0"/>
              <a:t> </a:t>
            </a:r>
            <a:r>
              <a:rPr dirty="0"/>
              <a:t>to reach </a:t>
            </a:r>
            <a:r>
              <a:rPr lang="es-MX" dirty="0"/>
              <a:t>q </a:t>
            </a:r>
            <a:r>
              <a:rPr dirty="0"/>
              <a:t>queue origin.</a:t>
            </a:r>
          </a:p>
          <a:p>
            <a:r>
              <a:rPr dirty="0" err="1"/>
              <a:t>W_max</a:t>
            </a:r>
            <a:r>
              <a:rPr dirty="0"/>
              <a:t> = waiting time of oldest passenger.</a:t>
            </a:r>
            <a:endParaRPr lang="es-MX" dirty="0"/>
          </a:p>
          <a:p>
            <a:endParaRPr dirty="0"/>
          </a:p>
          <a:p>
            <a:r>
              <a:rPr dirty="0"/>
              <a:t>Local demand → compare only local queues.</a:t>
            </a:r>
          </a:p>
          <a:p>
            <a:r>
              <a:rPr dirty="0"/>
              <a:t>No local demand → compare only remote queues.</a:t>
            </a:r>
          </a:p>
          <a:p>
            <a:r>
              <a:rPr dirty="0"/>
              <a:t>For local queues </a:t>
            </a:r>
            <a:r>
              <a:rPr dirty="0" err="1"/>
              <a:t>T_pickup</a:t>
            </a:r>
            <a:r>
              <a:rPr dirty="0"/>
              <a:t> = 0, so H2 reproduces H0 locally.</a:t>
            </a:r>
          </a:p>
          <a:p>
            <a:r>
              <a:rPr dirty="0"/>
              <a:t>The cost mainly changes which remote queue is selected.</a:t>
            </a:r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03E4E5A5-F8CB-FA45-60F0-AFC950333B79}"/>
              </a:ext>
            </a:extLst>
          </p:cNvPr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26B5B948-9F34-868A-97A1-FFDDDA5A4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01853"/>
            <a:ext cx="5675104" cy="567510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14933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solidFill>
                  <a:srgbClr val="141414"/>
                </a:solidFill>
                <a:latin typeface="Georgia" panose="02040502050405020303" pitchFamily="18" charset="0"/>
              </a:rPr>
              <a:t>H3 </a:t>
            </a:r>
            <a:r>
              <a:rPr lang="es-MX" sz="2200" b="1" dirty="0">
                <a:solidFill>
                  <a:srgbClr val="141414"/>
                </a:solidFill>
                <a:latin typeface="Georgia" panose="02040502050405020303" pitchFamily="18" charset="0"/>
              </a:rPr>
              <a:t>-</a:t>
            </a:r>
            <a:r>
              <a:rPr sz="2200" b="1" dirty="0">
                <a:solidFill>
                  <a:srgbClr val="141414"/>
                </a:solidFill>
                <a:latin typeface="Georgia" panose="02040502050405020303" pitchFamily="18" charset="0"/>
              </a:rPr>
              <a:t> Global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Georgia" panose="02040502050405020303" pitchFamily="18" charset="0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897" y="2477269"/>
            <a:ext cx="59436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dirty="0">
                <a:solidFill>
                  <a:srgbClr val="141414"/>
                </a:solidFill>
                <a:latin typeface="Georgia" panose="02040502050405020303" pitchFamily="18" charset="0"/>
              </a:rPr>
              <a:t>C(</a:t>
            </a:r>
            <a:r>
              <a:rPr sz="2500" dirty="0" err="1">
                <a:solidFill>
                  <a:srgbClr val="141414"/>
                </a:solidFill>
                <a:latin typeface="Georgia" panose="02040502050405020303" pitchFamily="18" charset="0"/>
              </a:rPr>
              <a:t>b,q</a:t>
            </a:r>
            <a:r>
              <a:rPr sz="2500" dirty="0">
                <a:solidFill>
                  <a:srgbClr val="141414"/>
                </a:solidFill>
                <a:latin typeface="Georgia" panose="02040502050405020303" pitchFamily="18" charset="0"/>
              </a:rPr>
              <a:t>) = </a:t>
            </a:r>
            <a:r>
              <a:rPr sz="2500" dirty="0" err="1">
                <a:solidFill>
                  <a:srgbClr val="141414"/>
                </a:solidFill>
                <a:latin typeface="Georgia" panose="02040502050405020303" pitchFamily="18" charset="0"/>
              </a:rPr>
              <a:t>T_pickup</a:t>
            </a:r>
            <a:r>
              <a:rPr sz="2500" dirty="0">
                <a:solidFill>
                  <a:srgbClr val="141414"/>
                </a:solidFill>
                <a:latin typeface="Georgia" panose="02040502050405020303" pitchFamily="18" charset="0"/>
              </a:rPr>
              <a:t>(</a:t>
            </a:r>
            <a:r>
              <a:rPr sz="2500" dirty="0" err="1">
                <a:solidFill>
                  <a:srgbClr val="141414"/>
                </a:solidFill>
                <a:latin typeface="Georgia" panose="02040502050405020303" pitchFamily="18" charset="0"/>
              </a:rPr>
              <a:t>b,q</a:t>
            </a:r>
            <a:r>
              <a:rPr sz="2500" dirty="0">
                <a:solidFill>
                  <a:srgbClr val="141414"/>
                </a:solidFill>
                <a:latin typeface="Georgia" panose="02040502050405020303" pitchFamily="18" charset="0"/>
              </a:rPr>
              <a:t>) − </a:t>
            </a:r>
            <a:r>
              <a:rPr sz="2500" dirty="0" err="1">
                <a:solidFill>
                  <a:srgbClr val="141414"/>
                </a:solidFill>
                <a:latin typeface="Georgia" panose="02040502050405020303" pitchFamily="18" charset="0"/>
              </a:rPr>
              <a:t>W_max</a:t>
            </a:r>
            <a:r>
              <a:rPr sz="2500" dirty="0">
                <a:solidFill>
                  <a:srgbClr val="141414"/>
                </a:solidFill>
                <a:latin typeface="Georgia" panose="02040502050405020303" pitchFamily="18" charset="0"/>
              </a:rPr>
              <a:t>(q)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897" y="3425812"/>
            <a:ext cx="5486400" cy="1826141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  <a:defRPr sz="150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r>
              <a:rPr dirty="0"/>
              <a:t>Local and remote queues compete simultaneously.</a:t>
            </a:r>
          </a:p>
          <a:p>
            <a:r>
              <a:rPr dirty="0"/>
              <a:t>Choose the minimum-cost queue.</a:t>
            </a:r>
          </a:p>
          <a:p>
            <a:r>
              <a:rPr dirty="0"/>
              <a:t>A remote queue can beat a local queue only when its waiting-time advantage is large enough.</a:t>
            </a:r>
          </a:p>
          <a:p>
            <a:r>
              <a:rPr dirty="0"/>
              <a:t>Threshold: </a:t>
            </a:r>
            <a:r>
              <a:rPr dirty="0" err="1"/>
              <a:t>W_remote</a:t>
            </a:r>
            <a:r>
              <a:rPr dirty="0"/>
              <a:t> &gt; </a:t>
            </a:r>
            <a:r>
              <a:rPr dirty="0" err="1"/>
              <a:t>T_pickup</a:t>
            </a:r>
            <a:r>
              <a:rPr dirty="0"/>
              <a:t> + </a:t>
            </a:r>
            <a:r>
              <a:rPr dirty="0" err="1"/>
              <a:t>W_local</a:t>
            </a:r>
            <a:r>
              <a:rPr dirty="0"/>
              <a:t>.</a:t>
            </a:r>
          </a:p>
          <a:p>
            <a:r>
              <a:rPr dirty="0"/>
              <a:t>This explicitly trades urgency against repositioning time.</a:t>
            </a:r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08F33698-C2CC-9C4C-D2DF-5665FBAE8ABF}"/>
              </a:ext>
            </a:extLst>
          </p:cNvPr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4F9A773F-AAA7-4357-EE36-A2AA1683B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2709"/>
            <a:ext cx="5687269" cy="568726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Heuristic results (12 boats, per component)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39935" y="4409563"/>
            <a:ext cx="10607040" cy="12790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policies serve about 99% (people wait until served), so the real differences are wait time and empty moves.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Reservation (H1) roughly halves empty moves. The global cost (H3) further cuts wait and empty moves.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 is the strongest heuristic and the benchmark for the rest.</a:t>
            </a:r>
            <a:endParaRPr lang="en-US" sz="1400" dirty="0"/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F951C62F-9F8C-5DA2-B0EB-0BFA1719C5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926039"/>
              </p:ext>
            </p:extLst>
          </p:nvPr>
        </p:nvGraphicFramePr>
        <p:xfrm>
          <a:off x="745025" y="1215733"/>
          <a:ext cx="10701950" cy="284795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39377">
                  <a:extLst>
                    <a:ext uri="{9D8B030D-6E8A-4147-A177-3AD203B41FA5}">
                      <a16:colId xmlns:a16="http://schemas.microsoft.com/office/drawing/2014/main" val="2359151446"/>
                    </a:ext>
                  </a:extLst>
                </a:gridCol>
                <a:gridCol w="1052984">
                  <a:extLst>
                    <a:ext uri="{9D8B030D-6E8A-4147-A177-3AD203B41FA5}">
                      <a16:colId xmlns:a16="http://schemas.microsoft.com/office/drawing/2014/main" val="1409814991"/>
                    </a:ext>
                  </a:extLst>
                </a:gridCol>
                <a:gridCol w="1116846">
                  <a:extLst>
                    <a:ext uri="{9D8B030D-6E8A-4147-A177-3AD203B41FA5}">
                      <a16:colId xmlns:a16="http://schemas.microsoft.com/office/drawing/2014/main" val="3780300009"/>
                    </a:ext>
                  </a:extLst>
                </a:gridCol>
                <a:gridCol w="1171608">
                  <a:extLst>
                    <a:ext uri="{9D8B030D-6E8A-4147-A177-3AD203B41FA5}">
                      <a16:colId xmlns:a16="http://schemas.microsoft.com/office/drawing/2014/main" val="328219150"/>
                    </a:ext>
                  </a:extLst>
                </a:gridCol>
                <a:gridCol w="1144227">
                  <a:extLst>
                    <a:ext uri="{9D8B030D-6E8A-4147-A177-3AD203B41FA5}">
                      <a16:colId xmlns:a16="http://schemas.microsoft.com/office/drawing/2014/main" val="4158229055"/>
                    </a:ext>
                  </a:extLst>
                </a:gridCol>
                <a:gridCol w="1144227">
                  <a:extLst>
                    <a:ext uri="{9D8B030D-6E8A-4147-A177-3AD203B41FA5}">
                      <a16:colId xmlns:a16="http://schemas.microsoft.com/office/drawing/2014/main" val="1684944008"/>
                    </a:ext>
                  </a:extLst>
                </a:gridCol>
                <a:gridCol w="1249698">
                  <a:extLst>
                    <a:ext uri="{9D8B030D-6E8A-4147-A177-3AD203B41FA5}">
                      <a16:colId xmlns:a16="http://schemas.microsoft.com/office/drawing/2014/main" val="1355411198"/>
                    </a:ext>
                  </a:extLst>
                </a:gridCol>
                <a:gridCol w="1038756">
                  <a:extLst>
                    <a:ext uri="{9D8B030D-6E8A-4147-A177-3AD203B41FA5}">
                      <a16:colId xmlns:a16="http://schemas.microsoft.com/office/drawing/2014/main" val="3887273600"/>
                    </a:ext>
                  </a:extLst>
                </a:gridCol>
                <a:gridCol w="1144227">
                  <a:extLst>
                    <a:ext uri="{9D8B030D-6E8A-4147-A177-3AD203B41FA5}">
                      <a16:colId xmlns:a16="http://schemas.microsoft.com/office/drawing/2014/main" val="4182818767"/>
                    </a:ext>
                  </a:extLst>
                </a:gridCol>
              </a:tblGrid>
              <a:tr h="6246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Policy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Attended %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Mean wait (min)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1" kern="1200" dirty="0">
                          <a:solidFill>
                            <a:srgbClr val="FFFFFF"/>
                          </a:solidFill>
                          <a:latin typeface="Georgia" pitchFamily="34" charset="0"/>
                          <a:ea typeface="+mn-ea"/>
                          <a:cs typeface="+mn-cs"/>
                        </a:rPr>
                        <a:t>wait</a:t>
                      </a:r>
                      <a:r>
                        <a:rPr lang="es-CO" sz="1100" b="1" kern="1200" dirty="0">
                          <a:solidFill>
                            <a:srgbClr val="FFFFFF"/>
                          </a:solidFill>
                          <a:latin typeface="Georgia" pitchFamily="34" charset="0"/>
                          <a:ea typeface="+mn-ea"/>
                          <a:cs typeface="+mn-cs"/>
                        </a:rPr>
                        <a:t>_p50_min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wait</a:t>
                      </a:r>
                      <a:r>
                        <a:rPr lang="es-CO" sz="1100" b="1" kern="1200" dirty="0">
                          <a:solidFill>
                            <a:srgbClr val="FFFFFF"/>
                          </a:solidFill>
                          <a:latin typeface="Georgia" pitchFamily="34" charset="0"/>
                        </a:rPr>
                        <a:t>_p95_min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kern="1200" dirty="0">
                          <a:solidFill>
                            <a:srgbClr val="FFFFFF"/>
                          </a:solidFill>
                          <a:latin typeface="Georgia" pitchFamily="34" charset="0"/>
                          <a:ea typeface="+mn-ea"/>
                          <a:cs typeface="+mn-cs"/>
                        </a:rPr>
                        <a:t>wait</a:t>
                      </a:r>
                      <a:r>
                        <a:rPr lang="es-CO" sz="1100" b="1" kern="1200" dirty="0">
                          <a:solidFill>
                            <a:srgbClr val="FFFFFF"/>
                          </a:solidFill>
                          <a:latin typeface="Georgia" pitchFamily="34" charset="0"/>
                          <a:ea typeface="+mn-ea"/>
                          <a:cs typeface="+mn-cs"/>
                        </a:rPr>
                        <a:t>_</a:t>
                      </a:r>
                      <a:r>
                        <a:rPr lang="es-CO" sz="1100" b="1" kern="1200" dirty="0" err="1">
                          <a:solidFill>
                            <a:srgbClr val="FFFFFF"/>
                          </a:solidFill>
                          <a:latin typeface="Georgia" pitchFamily="34" charset="0"/>
                          <a:ea typeface="+mn-ea"/>
                          <a:cs typeface="+mn-cs"/>
                        </a:rPr>
                        <a:t>max_min</a:t>
                      </a:r>
                      <a:endParaRPr lang="es-CO" sz="1100" b="1" kern="1200" dirty="0">
                        <a:solidFill>
                          <a:srgbClr val="FFFFFF"/>
                        </a:solidFill>
                        <a:latin typeface="Georgia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Mean time in system (min)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Moves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Empty moves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43910"/>
                  </a:ext>
                </a:extLst>
              </a:tr>
              <a:tr h="3300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H0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 dirty="0">
                          <a:effectLst/>
                          <a:latin typeface="Georgia" panose="02040502050405020303" pitchFamily="18" charset="0"/>
                        </a:rPr>
                        <a:t>99.41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b="1" u="none" strike="noStrike" dirty="0">
                          <a:effectLst/>
                          <a:latin typeface="Georgia" panose="02040502050405020303" pitchFamily="18" charset="0"/>
                        </a:rPr>
                        <a:t>6.29</a:t>
                      </a:r>
                      <a:endParaRPr lang="es-CO" sz="1100" b="1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>
                          <a:effectLst/>
                          <a:latin typeface="Georgia" panose="02040502050405020303" pitchFamily="18" charset="0"/>
                        </a:rPr>
                        <a:t>5.04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>
                          <a:effectLst/>
                          <a:latin typeface="Georgia" panose="02040502050405020303" pitchFamily="18" charset="0"/>
                        </a:rPr>
                        <a:t>15.85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>
                          <a:effectLst/>
                          <a:latin typeface="Georgia" panose="02040502050405020303" pitchFamily="18" charset="0"/>
                        </a:rPr>
                        <a:t>30.54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 dirty="0">
                          <a:effectLst/>
                          <a:latin typeface="Georgia" panose="02040502050405020303" pitchFamily="18" charset="0"/>
                        </a:rPr>
                        <a:t>16.02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>
                          <a:effectLst/>
                          <a:latin typeface="Georgia" panose="02040502050405020303" pitchFamily="18" charset="0"/>
                        </a:rPr>
                        <a:t>1266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>
                          <a:effectLst/>
                          <a:latin typeface="Georgia" panose="02040502050405020303" pitchFamily="18" charset="0"/>
                        </a:rPr>
                        <a:t>706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3480522"/>
                  </a:ext>
                </a:extLst>
              </a:tr>
              <a:tr h="7816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H1 (+reservation)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>
                          <a:effectLst/>
                          <a:latin typeface="Georgia" panose="02040502050405020303" pitchFamily="18" charset="0"/>
                        </a:rPr>
                        <a:t>99.46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b="1" u="none" strike="noStrike" dirty="0">
                          <a:effectLst/>
                          <a:latin typeface="Georgia" panose="02040502050405020303" pitchFamily="18" charset="0"/>
                        </a:rPr>
                        <a:t>7.51</a:t>
                      </a:r>
                      <a:endParaRPr lang="es-CO" sz="1100" b="1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>
                          <a:effectLst/>
                          <a:latin typeface="Georgia" panose="02040502050405020303" pitchFamily="18" charset="0"/>
                        </a:rPr>
                        <a:t>6.97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>
                          <a:effectLst/>
                          <a:latin typeface="Georgia" panose="02040502050405020303" pitchFamily="18" charset="0"/>
                        </a:rPr>
                        <a:t>17.96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>
                          <a:effectLst/>
                          <a:latin typeface="Georgia" panose="02040502050405020303" pitchFamily="18" charset="0"/>
                        </a:rPr>
                        <a:t>37.58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 dirty="0">
                          <a:effectLst/>
                          <a:latin typeface="Georgia" panose="02040502050405020303" pitchFamily="18" charset="0"/>
                        </a:rPr>
                        <a:t>17.24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>
                          <a:effectLst/>
                          <a:latin typeface="Georgia" panose="02040502050405020303" pitchFamily="18" charset="0"/>
                        </a:rPr>
                        <a:t>874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>
                          <a:effectLst/>
                          <a:latin typeface="Georgia" panose="02040502050405020303" pitchFamily="18" charset="0"/>
                        </a:rPr>
                        <a:t>321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4849999"/>
                  </a:ext>
                </a:extLst>
              </a:tr>
              <a:tr h="5558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H2 (+remote cost)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>
                          <a:effectLst/>
                          <a:latin typeface="Georgia" panose="02040502050405020303" pitchFamily="18" charset="0"/>
                        </a:rPr>
                        <a:t>99.1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b="1" u="none" strike="noStrike" dirty="0">
                          <a:effectLst/>
                          <a:latin typeface="Georgia" panose="02040502050405020303" pitchFamily="18" charset="0"/>
                        </a:rPr>
                        <a:t>6.83</a:t>
                      </a:r>
                      <a:endParaRPr lang="es-CO" sz="1100" b="1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>
                          <a:effectLst/>
                          <a:latin typeface="Georgia" panose="02040502050405020303" pitchFamily="18" charset="0"/>
                        </a:rPr>
                        <a:t>5.95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>
                          <a:effectLst/>
                          <a:latin typeface="Georgia" panose="02040502050405020303" pitchFamily="18" charset="0"/>
                        </a:rPr>
                        <a:t>16.87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>
                          <a:effectLst/>
                          <a:latin typeface="Georgia" panose="02040502050405020303" pitchFamily="18" charset="0"/>
                        </a:rPr>
                        <a:t>27.55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>
                          <a:effectLst/>
                          <a:latin typeface="Georgia" panose="02040502050405020303" pitchFamily="18" charset="0"/>
                        </a:rPr>
                        <a:t>16.54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>
                          <a:effectLst/>
                          <a:latin typeface="Georgia" panose="02040502050405020303" pitchFamily="18" charset="0"/>
                        </a:rPr>
                        <a:t>860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>
                          <a:effectLst/>
                          <a:latin typeface="Georgia" panose="02040502050405020303" pitchFamily="18" charset="0"/>
                        </a:rPr>
                        <a:t>299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809713"/>
                  </a:ext>
                </a:extLst>
              </a:tr>
              <a:tr h="5558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H3 (+global cost)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>
                          <a:effectLst/>
                          <a:latin typeface="Georgia" panose="02040502050405020303" pitchFamily="18" charset="0"/>
                        </a:rPr>
                        <a:t>99.56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b="1" u="none" strike="noStrike" dirty="0">
                          <a:effectLst/>
                          <a:latin typeface="Georgia" panose="02040502050405020303" pitchFamily="18" charset="0"/>
                        </a:rPr>
                        <a:t>4.7</a:t>
                      </a:r>
                      <a:endParaRPr lang="es-CO" sz="1100" b="1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>
                          <a:effectLst/>
                          <a:latin typeface="Georgia" panose="02040502050405020303" pitchFamily="18" charset="0"/>
                        </a:rPr>
                        <a:t>3.04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>
                          <a:effectLst/>
                          <a:latin typeface="Georgia" panose="02040502050405020303" pitchFamily="18" charset="0"/>
                        </a:rPr>
                        <a:t>12.43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 dirty="0">
                          <a:effectLst/>
                          <a:latin typeface="Georgia" panose="02040502050405020303" pitchFamily="18" charset="0"/>
                        </a:rPr>
                        <a:t>19.73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>
                          <a:effectLst/>
                          <a:latin typeface="Georgia" panose="02040502050405020303" pitchFamily="18" charset="0"/>
                        </a:rPr>
                        <a:t>14.42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 dirty="0">
                          <a:effectLst/>
                          <a:latin typeface="Georgia" panose="02040502050405020303" pitchFamily="18" charset="0"/>
                        </a:rPr>
                        <a:t>802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 dirty="0">
                          <a:effectLst/>
                          <a:latin typeface="Georgia" panose="02040502050405020303" pitchFamily="18" charset="0"/>
                        </a:rPr>
                        <a:t>182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784242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Fleet-size sensitivity (H3)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046720" y="1554480"/>
            <a:ext cx="37490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boats saturate: waits explode (about 73 min).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boats already give good service.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boats reach about 5 min wait.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 diminishing returns beyond 8 to 12 boats.</a:t>
            </a:r>
            <a:endParaRPr lang="en-US" sz="13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997938A-4670-4682-BBF7-1BDD364785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452"/>
          <a:stretch>
            <a:fillRect/>
          </a:stretch>
        </p:blipFill>
        <p:spPr>
          <a:xfrm>
            <a:off x="640079" y="1126218"/>
            <a:ext cx="6721419" cy="5740984"/>
          </a:xfrm>
          <a:prstGeom prst="rect">
            <a:avLst/>
          </a:prstGeom>
        </p:spPr>
      </p:pic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D5AB261C-60F2-E291-F255-84E1F2DE4E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02050"/>
              </p:ext>
            </p:extLst>
          </p:nvPr>
        </p:nvGraphicFramePr>
        <p:xfrm>
          <a:off x="8161020" y="3627120"/>
          <a:ext cx="3322320" cy="213969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77008">
                  <a:extLst>
                    <a:ext uri="{9D8B030D-6E8A-4147-A177-3AD203B41FA5}">
                      <a16:colId xmlns:a16="http://schemas.microsoft.com/office/drawing/2014/main" val="3486930316"/>
                    </a:ext>
                  </a:extLst>
                </a:gridCol>
                <a:gridCol w="945648">
                  <a:extLst>
                    <a:ext uri="{9D8B030D-6E8A-4147-A177-3AD203B41FA5}">
                      <a16:colId xmlns:a16="http://schemas.microsoft.com/office/drawing/2014/main" val="2645072446"/>
                    </a:ext>
                  </a:extLst>
                </a:gridCol>
                <a:gridCol w="820119">
                  <a:extLst>
                    <a:ext uri="{9D8B030D-6E8A-4147-A177-3AD203B41FA5}">
                      <a16:colId xmlns:a16="http://schemas.microsoft.com/office/drawing/2014/main" val="3329188876"/>
                    </a:ext>
                  </a:extLst>
                </a:gridCol>
                <a:gridCol w="1079545">
                  <a:extLst>
                    <a:ext uri="{9D8B030D-6E8A-4147-A177-3AD203B41FA5}">
                      <a16:colId xmlns:a16="http://schemas.microsoft.com/office/drawing/2014/main" val="936196995"/>
                    </a:ext>
                  </a:extLst>
                </a:gridCol>
              </a:tblGrid>
              <a:tr h="4376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100" u="none" strike="noStrike" dirty="0" err="1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</a:rPr>
                        <a:t>Boats</a:t>
                      </a:r>
                      <a:endParaRPr lang="es-CO" sz="1100" b="0" i="0" u="none" strike="noStrike" dirty="0">
                        <a:solidFill>
                          <a:schemeClr val="bg1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100" u="none" strike="noStrike" dirty="0" err="1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</a:rPr>
                        <a:t>Wait_media</a:t>
                      </a:r>
                      <a:endParaRPr lang="es-CO" sz="1100" b="0" i="0" u="none" strike="noStrike" dirty="0">
                        <a:solidFill>
                          <a:schemeClr val="bg1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100" u="none" strike="noStrike" dirty="0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</a:rPr>
                        <a:t>Wait_p95</a:t>
                      </a:r>
                      <a:endParaRPr lang="es-CO" sz="1100" b="0" i="0" u="none" strike="noStrike" dirty="0">
                        <a:solidFill>
                          <a:schemeClr val="bg1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100" u="none" strike="noStrike" dirty="0" err="1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</a:rPr>
                        <a:t>delta_pct</a:t>
                      </a:r>
                      <a:endParaRPr lang="es-CO" sz="1100" b="0" i="0" u="none" strike="noStrike" dirty="0">
                        <a:solidFill>
                          <a:schemeClr val="bg1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434281"/>
                  </a:ext>
                </a:extLst>
              </a:tr>
              <a:tr h="2431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100" u="none" strike="noStrike">
                          <a:effectLst/>
                          <a:latin typeface="Georgia" panose="02040502050405020303" pitchFamily="18" charset="0"/>
                        </a:rPr>
                        <a:t>4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100" u="none" strike="noStrike">
                          <a:effectLst/>
                          <a:latin typeface="Georgia" panose="02040502050405020303" pitchFamily="18" charset="0"/>
                        </a:rPr>
                        <a:t>72.9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100" u="none" strike="noStrike">
                          <a:effectLst/>
                          <a:latin typeface="Georgia" panose="02040502050405020303" pitchFamily="18" charset="0"/>
                        </a:rPr>
                        <a:t>169.7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0611967"/>
                  </a:ext>
                </a:extLst>
              </a:tr>
              <a:tr h="2431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100" u="none" strike="noStrike">
                          <a:effectLst/>
                          <a:latin typeface="Georgia" panose="02040502050405020303" pitchFamily="18" charset="0"/>
                        </a:rPr>
                        <a:t>6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100" u="none" strike="noStrike">
                          <a:effectLst/>
                          <a:latin typeface="Georgia" panose="02040502050405020303" pitchFamily="18" charset="0"/>
                        </a:rPr>
                        <a:t>24.3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100" u="none" strike="noStrike" dirty="0">
                          <a:effectLst/>
                          <a:latin typeface="Georgia" panose="02040502050405020303" pitchFamily="18" charset="0"/>
                        </a:rPr>
                        <a:t>64.4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100" u="none" strike="noStrike" dirty="0">
                          <a:effectLst/>
                          <a:latin typeface="Georgia" panose="02040502050405020303" pitchFamily="18" charset="0"/>
                        </a:rPr>
                        <a:t>-66.6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818235"/>
                  </a:ext>
                </a:extLst>
              </a:tr>
              <a:tr h="2431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100" u="none" strike="noStrike">
                          <a:effectLst/>
                          <a:latin typeface="Georgia" panose="02040502050405020303" pitchFamily="18" charset="0"/>
                        </a:rPr>
                        <a:t>8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100" u="none" strike="noStrike">
                          <a:effectLst/>
                          <a:latin typeface="Georgia" panose="02040502050405020303" pitchFamily="18" charset="0"/>
                        </a:rPr>
                        <a:t>10.6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100" u="none" strike="noStrike">
                          <a:effectLst/>
                          <a:latin typeface="Georgia" panose="02040502050405020303" pitchFamily="18" charset="0"/>
                        </a:rPr>
                        <a:t>26.3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100" u="none" strike="noStrike" dirty="0">
                          <a:effectLst/>
                          <a:latin typeface="Georgia" panose="02040502050405020303" pitchFamily="18" charset="0"/>
                        </a:rPr>
                        <a:t>-56.3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2888212"/>
                  </a:ext>
                </a:extLst>
              </a:tr>
              <a:tr h="2431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100" u="none" strike="noStrike">
                          <a:effectLst/>
                          <a:latin typeface="Georgia" panose="02040502050405020303" pitchFamily="18" charset="0"/>
                        </a:rPr>
                        <a:t>10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100" u="none" strike="noStrike">
                          <a:effectLst/>
                          <a:latin typeface="Georgia" panose="02040502050405020303" pitchFamily="18" charset="0"/>
                        </a:rPr>
                        <a:t>6.3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100" u="none" strike="noStrike">
                          <a:effectLst/>
                          <a:latin typeface="Georgia" panose="02040502050405020303" pitchFamily="18" charset="0"/>
                        </a:rPr>
                        <a:t>15.9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100" u="none" strike="noStrike" dirty="0">
                          <a:effectLst/>
                          <a:latin typeface="Georgia" panose="02040502050405020303" pitchFamily="18" charset="0"/>
                        </a:rPr>
                        <a:t>-40.7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6926333"/>
                  </a:ext>
                </a:extLst>
              </a:tr>
              <a:tr h="2431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100" u="none" strike="noStrike" dirty="0">
                          <a:effectLst/>
                          <a:latin typeface="Georgia" panose="02040502050405020303" pitchFamily="18" charset="0"/>
                        </a:rPr>
                        <a:t>12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100" u="none" strike="noStrike" dirty="0">
                          <a:effectLst/>
                          <a:latin typeface="Georgia" panose="02040502050405020303" pitchFamily="18" charset="0"/>
                        </a:rPr>
                        <a:t>4.8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100" u="none" strike="noStrike" dirty="0">
                          <a:effectLst/>
                          <a:latin typeface="Georgia" panose="02040502050405020303" pitchFamily="18" charset="0"/>
                        </a:rPr>
                        <a:t>12.3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100" u="none" strike="noStrike" dirty="0">
                          <a:effectLst/>
                          <a:latin typeface="Georgia" panose="02040502050405020303" pitchFamily="18" charset="0"/>
                        </a:rPr>
                        <a:t>-23.7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4836263"/>
                  </a:ext>
                </a:extLst>
              </a:tr>
              <a:tr h="2431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100" u="none" strike="noStrike" dirty="0">
                          <a:effectLst/>
                          <a:latin typeface="Georgia" panose="02040502050405020303" pitchFamily="18" charset="0"/>
                        </a:rPr>
                        <a:t>14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100" u="none" strike="noStrike" dirty="0">
                          <a:effectLst/>
                          <a:latin typeface="Georgia" panose="02040502050405020303" pitchFamily="18" charset="0"/>
                        </a:rPr>
                        <a:t>4.4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100" u="none" strike="noStrike" dirty="0">
                          <a:effectLst/>
                          <a:latin typeface="Georgia" panose="02040502050405020303" pitchFamily="18" charset="0"/>
                        </a:rPr>
                        <a:t>11.6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100" u="none" strike="noStrike" dirty="0">
                          <a:effectLst/>
                          <a:latin typeface="Georgia" panose="02040502050405020303" pitchFamily="18" charset="0"/>
                        </a:rPr>
                        <a:t>-8.8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4094547"/>
                  </a:ext>
                </a:extLst>
              </a:tr>
              <a:tr h="2431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100" u="none" strike="noStrike">
                          <a:effectLst/>
                          <a:latin typeface="Georgia" panose="02040502050405020303" pitchFamily="18" charset="0"/>
                        </a:rPr>
                        <a:t>16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100" u="none" strike="noStrike">
                          <a:effectLst/>
                          <a:latin typeface="Georgia" panose="02040502050405020303" pitchFamily="18" charset="0"/>
                        </a:rPr>
                        <a:t>4.1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100" u="none" strike="noStrike">
                          <a:effectLst/>
                          <a:latin typeface="Georgia" panose="02040502050405020303" pitchFamily="18" charset="0"/>
                        </a:rPr>
                        <a:t>11.2</a:t>
                      </a:r>
                      <a:endParaRPr lang="es-CO" sz="11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100" u="none" strike="noStrike" dirty="0">
                          <a:effectLst/>
                          <a:latin typeface="Georgia" panose="02040502050405020303" pitchFamily="18" charset="0"/>
                        </a:rPr>
                        <a:t>-6.9</a:t>
                      </a:r>
                      <a:endParaRPr lang="es-CO" sz="11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246614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AC00F-FEF8-EB3C-83E7-C801C9116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32F1E7C-8059-6A07-F00D-F66B858810BE}"/>
              </a:ext>
            </a:extLst>
          </p:cNvPr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Fleet-size sensitivity (H3)</a:t>
            </a:r>
            <a:endParaRPr lang="en-US" sz="2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5C96708-84A6-0ECF-A358-162FE8E0438A}"/>
              </a:ext>
            </a:extLst>
          </p:cNvPr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D8F1EB9-FACA-D51A-4440-C9024292F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80" y="1580745"/>
            <a:ext cx="10424160" cy="3696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0842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Heuristics in operation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000" dirty="0"/>
          </a:p>
        </p:txBody>
      </p:sp>
      <p:pic>
        <p:nvPicPr>
          <p:cNvPr id="5" name="Image 0" descr="/home/claude/f2/gif_heuristica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188720"/>
            <a:ext cx="5029200" cy="5029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74720" y="63093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animation: H0, H1, H2, H3 side by side (plays in slideshow)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2011680"/>
            <a:ext cx="28346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Boats move along real navigable routes.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Queues build and drain at each point.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 shows fewer empty repositioning moves than H0.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reinforcement-learning model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6070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agent decides, each step, where every boat goes, and learns by trial and error to maximise reward.</a:t>
            </a:r>
            <a:endParaRPr lang="en-US" sz="15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action is one choice per boat (a MultiDiscrete space). So we use PPO </a:t>
            </a:r>
            <a:r>
              <a:rPr lang="en-US" sz="1400" dirty="0">
                <a:solidFill>
                  <a:srgbClr val="262626"/>
                </a:solidFill>
                <a:latin typeface="Georgia" pitchFamily="34" charset="0"/>
              </a:rPr>
              <a:t>(Proximal Policy Optimization).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PPO is actor-critic: a policy network chooses actions, a value network estimates how good a state is. Updates are kept small, which makes training stable.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training episode draws a fresh demand day, so the agent generalises instead of memorising one day.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Trained on the same scenario as the heuristics (full day, about 8,000 trips, 12 boats) for a fair comparison.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Reward design (the key modelling choice)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106070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reward is the only signal the agent has. A badly designed reward is optimised in the wrong way.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derived the base reward from the objective: penalising the people present each step equals minimising total time in system.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tested several variants (see backup). The best was D: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566160"/>
            <a:ext cx="106070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divisor 12 is only a scaling constant: scaling a reward by a positive number does not change the optimal policy, it only keeps the numbers small for stable training. 12 min is also the longest direct trip, a natural reference.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variant is compared on real time metrics, never on its own reward value.</a:t>
            </a:r>
            <a:endParaRPr lang="en-US" sz="14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D01A920-E390-39CE-396C-245C432BA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452" y="2604635"/>
            <a:ext cx="1648055" cy="64779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D57A9-1D61-40CF-4BFE-431DF5964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068F634-7C58-A849-6AC3-341A1C3E7BA6}"/>
              </a:ext>
            </a:extLst>
          </p:cNvPr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all methods compared</a:t>
            </a:r>
            <a:endParaRPr lang="en-US" sz="2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DF7B006-AF0A-98C2-3369-EC63AE62041E}"/>
              </a:ext>
            </a:extLst>
          </p:cNvPr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7130CFC-92D1-DCCE-CA79-0DC6B36172C3}"/>
              </a:ext>
            </a:extLst>
          </p:cNvPr>
          <p:cNvSpPr/>
          <p:nvPr/>
        </p:nvSpPr>
        <p:spPr>
          <a:xfrm>
            <a:off x="822960" y="11887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3294ACAD-D5D9-9592-00D5-E3B76ABE6A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941783"/>
              </p:ext>
            </p:extLst>
          </p:nvPr>
        </p:nvGraphicFramePr>
        <p:xfrm>
          <a:off x="822960" y="2028984"/>
          <a:ext cx="10454641" cy="229917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96765">
                  <a:extLst>
                    <a:ext uri="{9D8B030D-6E8A-4147-A177-3AD203B41FA5}">
                      <a16:colId xmlns:a16="http://schemas.microsoft.com/office/drawing/2014/main" val="3208690522"/>
                    </a:ext>
                  </a:extLst>
                </a:gridCol>
                <a:gridCol w="1132144">
                  <a:extLst>
                    <a:ext uri="{9D8B030D-6E8A-4147-A177-3AD203B41FA5}">
                      <a16:colId xmlns:a16="http://schemas.microsoft.com/office/drawing/2014/main" val="1664057066"/>
                    </a:ext>
                  </a:extLst>
                </a:gridCol>
                <a:gridCol w="1132144">
                  <a:extLst>
                    <a:ext uri="{9D8B030D-6E8A-4147-A177-3AD203B41FA5}">
                      <a16:colId xmlns:a16="http://schemas.microsoft.com/office/drawing/2014/main" val="4099553763"/>
                    </a:ext>
                  </a:extLst>
                </a:gridCol>
                <a:gridCol w="1132144">
                  <a:extLst>
                    <a:ext uri="{9D8B030D-6E8A-4147-A177-3AD203B41FA5}">
                      <a16:colId xmlns:a16="http://schemas.microsoft.com/office/drawing/2014/main" val="396964249"/>
                    </a:ext>
                  </a:extLst>
                </a:gridCol>
                <a:gridCol w="1202903">
                  <a:extLst>
                    <a:ext uri="{9D8B030D-6E8A-4147-A177-3AD203B41FA5}">
                      <a16:colId xmlns:a16="http://schemas.microsoft.com/office/drawing/2014/main" val="2692079571"/>
                    </a:ext>
                  </a:extLst>
                </a:gridCol>
                <a:gridCol w="1132144">
                  <a:extLst>
                    <a:ext uri="{9D8B030D-6E8A-4147-A177-3AD203B41FA5}">
                      <a16:colId xmlns:a16="http://schemas.microsoft.com/office/drawing/2014/main" val="269402469"/>
                    </a:ext>
                  </a:extLst>
                </a:gridCol>
                <a:gridCol w="1291350">
                  <a:extLst>
                    <a:ext uri="{9D8B030D-6E8A-4147-A177-3AD203B41FA5}">
                      <a16:colId xmlns:a16="http://schemas.microsoft.com/office/drawing/2014/main" val="3419005027"/>
                    </a:ext>
                  </a:extLst>
                </a:gridCol>
                <a:gridCol w="1202903">
                  <a:extLst>
                    <a:ext uri="{9D8B030D-6E8A-4147-A177-3AD203B41FA5}">
                      <a16:colId xmlns:a16="http://schemas.microsoft.com/office/drawing/2014/main" val="2991249921"/>
                    </a:ext>
                  </a:extLst>
                </a:gridCol>
                <a:gridCol w="1132144">
                  <a:extLst>
                    <a:ext uri="{9D8B030D-6E8A-4147-A177-3AD203B41FA5}">
                      <a16:colId xmlns:a16="http://schemas.microsoft.com/office/drawing/2014/main" val="4282444179"/>
                    </a:ext>
                  </a:extLst>
                </a:gridCol>
              </a:tblGrid>
              <a:tr h="11082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O" sz="1600" b="0" i="0" u="none" strike="noStrike" dirty="0">
                        <a:solidFill>
                          <a:schemeClr val="bg1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6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Percent</a:t>
                      </a:r>
                      <a:r>
                        <a:rPr lang="es-CO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s-CO" sz="16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served</a:t>
                      </a:r>
                      <a:endParaRPr lang="es-CO" sz="1600" b="0" i="0" u="none" strike="noStrike" dirty="0">
                        <a:solidFill>
                          <a:schemeClr val="bg1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Mean </a:t>
                      </a:r>
                      <a:r>
                        <a:rPr lang="es-CO" sz="16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waiting</a:t>
                      </a:r>
                      <a:r>
                        <a:rPr lang="es-CO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time (min)</a:t>
                      </a:r>
                      <a:endParaRPr lang="es-CO" sz="1600" b="0" i="0" u="none" strike="noStrike" dirty="0">
                        <a:solidFill>
                          <a:schemeClr val="bg1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600" u="none" strike="noStrike">
                          <a:solidFill>
                            <a:schemeClr val="bg1"/>
                          </a:solidFill>
                          <a:effectLst/>
                        </a:rPr>
                        <a:t>95th percentile wait (min)</a:t>
                      </a:r>
                      <a:endParaRPr lang="es-CO" sz="1600" b="0" i="0" u="none" strike="noStrike">
                        <a:solidFill>
                          <a:schemeClr val="bg1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Maximum </a:t>
                      </a:r>
                      <a:r>
                        <a:rPr lang="es-CO" sz="16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wait</a:t>
                      </a:r>
                      <a:r>
                        <a:rPr lang="es-CO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(min)</a:t>
                      </a:r>
                      <a:endParaRPr lang="es-CO" sz="1600" b="0" i="0" u="none" strike="noStrike" dirty="0">
                        <a:solidFill>
                          <a:schemeClr val="bg1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600" u="none" strike="noStrike">
                          <a:solidFill>
                            <a:schemeClr val="bg1"/>
                          </a:solidFill>
                          <a:effectLst/>
                        </a:rPr>
                        <a:t>Mean time in system (min)</a:t>
                      </a:r>
                      <a:endParaRPr lang="es-CO" sz="1600" b="0" i="0" u="none" strike="noStrike">
                        <a:solidFill>
                          <a:schemeClr val="bg1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600" u="none" strike="noStrike">
                          <a:solidFill>
                            <a:schemeClr val="bg1"/>
                          </a:solidFill>
                          <a:effectLst/>
                        </a:rPr>
                        <a:t>Total movements</a:t>
                      </a:r>
                      <a:endParaRPr lang="es-CO" sz="1600" b="0" i="0" u="none" strike="noStrike">
                        <a:solidFill>
                          <a:schemeClr val="bg1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600" u="none" strike="noStrike">
                          <a:solidFill>
                            <a:schemeClr val="bg1"/>
                          </a:solidFill>
                          <a:effectLst/>
                        </a:rPr>
                        <a:t>Empty movements</a:t>
                      </a:r>
                      <a:endParaRPr lang="es-CO" sz="1600" b="0" i="0" u="none" strike="noStrike">
                        <a:solidFill>
                          <a:schemeClr val="bg1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6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Pct</a:t>
                      </a:r>
                      <a:r>
                        <a:rPr lang="es-CO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s-CO" sz="16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waiting</a:t>
                      </a:r>
                      <a:r>
                        <a:rPr lang="es-CO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s-CO" sz="16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for</a:t>
                      </a:r>
                      <a:r>
                        <a:rPr lang="es-CO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s-CO" sz="16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fleet</a:t>
                      </a:r>
                      <a:endParaRPr lang="es-CO" sz="1600" b="0" i="0" u="none" strike="noStrike" dirty="0">
                        <a:solidFill>
                          <a:schemeClr val="bg1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118044"/>
                  </a:ext>
                </a:extLst>
              </a:tr>
              <a:tr h="39698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600" u="none" strike="noStrike">
                          <a:effectLst/>
                        </a:rPr>
                        <a:t>H0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</a:rPr>
                        <a:t>99.58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</a:rPr>
                        <a:t>6.18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</a:rPr>
                        <a:t>15.71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 dirty="0">
                          <a:effectLst/>
                        </a:rPr>
                        <a:t>28.03</a:t>
                      </a:r>
                      <a:endParaRPr lang="es-CO" sz="16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 dirty="0">
                          <a:effectLst/>
                        </a:rPr>
                        <a:t>15.97</a:t>
                      </a:r>
                      <a:endParaRPr lang="es-CO" sz="16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</a:rPr>
                        <a:t>1268.60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 dirty="0">
                          <a:effectLst/>
                        </a:rPr>
                        <a:t>704.00</a:t>
                      </a:r>
                      <a:endParaRPr lang="es-CO" sz="16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 dirty="0">
                          <a:effectLst/>
                        </a:rPr>
                        <a:t>26.28</a:t>
                      </a:r>
                      <a:endParaRPr lang="es-CO" sz="16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7678940"/>
                  </a:ext>
                </a:extLst>
              </a:tr>
              <a:tr h="39698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600" u="none" strike="noStrike">
                          <a:effectLst/>
                        </a:rPr>
                        <a:t>H3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</a:rPr>
                        <a:t>99.61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</a:rPr>
                        <a:t>4.81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</a:rPr>
                        <a:t>12.27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</a:rPr>
                        <a:t>18.36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</a:rPr>
                        <a:t>14.60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</a:rPr>
                        <a:t>803.20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</a:rPr>
                        <a:t>200.60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</a:rPr>
                        <a:t>54.25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4101940"/>
                  </a:ext>
                </a:extLst>
              </a:tr>
              <a:tr h="39698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600" u="none" strike="noStrike">
                          <a:effectLst/>
                        </a:rPr>
                        <a:t>PPO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</a:rPr>
                        <a:t>99.39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</a:rPr>
                        <a:t>12.76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</a:rPr>
                        <a:t>37.25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</a:rPr>
                        <a:t>105.40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 dirty="0">
                          <a:effectLst/>
                        </a:rPr>
                        <a:t>22.55</a:t>
                      </a:r>
                      <a:endParaRPr lang="es-CO" sz="16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</a:rPr>
                        <a:t>1149.80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</a:rPr>
                        <a:t>660.60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 dirty="0">
                          <a:effectLst/>
                        </a:rPr>
                        <a:t>31.72</a:t>
                      </a:r>
                      <a:endParaRPr lang="es-CO" sz="16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047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29601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0ED94-AE79-A248-352B-F9359AFED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57A0141-FA95-2D8A-CB56-2B5F09B5A17E}"/>
              </a:ext>
            </a:extLst>
          </p:cNvPr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all methods compared</a:t>
            </a:r>
            <a:endParaRPr lang="en-US" sz="2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F5E69BF-AC2D-D84C-63BF-B6CAF5752508}"/>
              </a:ext>
            </a:extLst>
          </p:cNvPr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2460DF2-9BD2-EA9F-FB96-EB88E4F7CD8B}"/>
              </a:ext>
            </a:extLst>
          </p:cNvPr>
          <p:cNvSpPr/>
          <p:nvPr/>
        </p:nvSpPr>
        <p:spPr>
          <a:xfrm>
            <a:off x="822960" y="11887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Reward-variant study (full day): </a:t>
            </a:r>
            <a:endParaRPr lang="en-US" sz="13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E4C2024-6909-F822-E97D-BCE84A2D2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459" y="1660492"/>
            <a:ext cx="8250062" cy="5034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8464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E5E37-8F29-6D24-1BEB-23BB90560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0ADEA4A-24B1-43B5-8A37-29550448E46D}"/>
              </a:ext>
            </a:extLst>
          </p:cNvPr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RL agent in operation</a:t>
            </a:r>
            <a:endParaRPr lang="en-US" sz="2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CF89111-9053-1E3B-CE6D-1EB9F4DC11E3}"/>
              </a:ext>
            </a:extLst>
          </p:cNvPr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4580359-2F19-4F33-E01B-2213CF5B65FD}"/>
              </a:ext>
            </a:extLst>
          </p:cNvPr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7693D5C6-E22D-D111-4585-C7A702FD4717}"/>
              </a:ext>
            </a:extLst>
          </p:cNvPr>
          <p:cNvSpPr/>
          <p:nvPr/>
        </p:nvSpPr>
        <p:spPr>
          <a:xfrm>
            <a:off x="3672840" y="598017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heuristic (seed 1001)</a:t>
            </a:r>
            <a:endParaRPr lang="en-US" sz="1100" dirty="0"/>
          </a:p>
        </p:txBody>
      </p:sp>
      <p:pic>
        <p:nvPicPr>
          <p:cNvPr id="9" name="video_h0_h3_ppo_comparado_semilla1001_manana">
            <a:hlinkClick r:id="" action="ppaction://media"/>
            <a:extLst>
              <a:ext uri="{FF2B5EF4-FFF2-40B4-BE49-F238E27FC236}">
                <a16:creationId xmlns:a16="http://schemas.microsoft.com/office/drawing/2014/main" id="{8FE86FEA-607A-6ED6-0A8F-E1DD4BEC404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1425447"/>
            <a:ext cx="12192000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277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167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2FEEEE3-D864-F8AA-E474-0DB43E384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1046CDF-1D63-AE2C-6B9C-439CD92A261E}"/>
              </a:ext>
            </a:extLst>
          </p:cNvPr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all methods compared</a:t>
            </a:r>
            <a:endParaRPr lang="en-US" sz="2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D7EF2B1-63EA-5F34-2EDE-BB2CE807E999}"/>
              </a:ext>
            </a:extLst>
          </p:cNvPr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DD139EE-DC67-8A76-2948-E22DEE749AE5}"/>
              </a:ext>
            </a:extLst>
          </p:cNvPr>
          <p:cNvSpPr/>
          <p:nvPr/>
        </p:nvSpPr>
        <p:spPr>
          <a:xfrm>
            <a:off x="822960" y="11887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Reward-variant study (small): </a:t>
            </a:r>
            <a:endParaRPr lang="en-US" sz="1300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EDEFE839-FE16-1BBD-6F7D-296E6F8BAAEC}"/>
              </a:ext>
            </a:extLst>
          </p:cNvPr>
          <p:cNvGraphicFramePr>
            <a:graphicFrameLocks noGrp="1"/>
          </p:cNvGraphicFramePr>
          <p:nvPr/>
        </p:nvGraphicFramePr>
        <p:xfrm>
          <a:off x="1148080" y="1926114"/>
          <a:ext cx="9408160" cy="282876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40816">
                  <a:extLst>
                    <a:ext uri="{9D8B030D-6E8A-4147-A177-3AD203B41FA5}">
                      <a16:colId xmlns:a16="http://schemas.microsoft.com/office/drawing/2014/main" val="1984263018"/>
                    </a:ext>
                  </a:extLst>
                </a:gridCol>
                <a:gridCol w="940816">
                  <a:extLst>
                    <a:ext uri="{9D8B030D-6E8A-4147-A177-3AD203B41FA5}">
                      <a16:colId xmlns:a16="http://schemas.microsoft.com/office/drawing/2014/main" val="2115460956"/>
                    </a:ext>
                  </a:extLst>
                </a:gridCol>
                <a:gridCol w="940816">
                  <a:extLst>
                    <a:ext uri="{9D8B030D-6E8A-4147-A177-3AD203B41FA5}">
                      <a16:colId xmlns:a16="http://schemas.microsoft.com/office/drawing/2014/main" val="2748009437"/>
                    </a:ext>
                  </a:extLst>
                </a:gridCol>
                <a:gridCol w="940816">
                  <a:extLst>
                    <a:ext uri="{9D8B030D-6E8A-4147-A177-3AD203B41FA5}">
                      <a16:colId xmlns:a16="http://schemas.microsoft.com/office/drawing/2014/main" val="2023490409"/>
                    </a:ext>
                  </a:extLst>
                </a:gridCol>
                <a:gridCol w="940816">
                  <a:extLst>
                    <a:ext uri="{9D8B030D-6E8A-4147-A177-3AD203B41FA5}">
                      <a16:colId xmlns:a16="http://schemas.microsoft.com/office/drawing/2014/main" val="1256826939"/>
                    </a:ext>
                  </a:extLst>
                </a:gridCol>
                <a:gridCol w="940816">
                  <a:extLst>
                    <a:ext uri="{9D8B030D-6E8A-4147-A177-3AD203B41FA5}">
                      <a16:colId xmlns:a16="http://schemas.microsoft.com/office/drawing/2014/main" val="3197547366"/>
                    </a:ext>
                  </a:extLst>
                </a:gridCol>
                <a:gridCol w="940816">
                  <a:extLst>
                    <a:ext uri="{9D8B030D-6E8A-4147-A177-3AD203B41FA5}">
                      <a16:colId xmlns:a16="http://schemas.microsoft.com/office/drawing/2014/main" val="2168619740"/>
                    </a:ext>
                  </a:extLst>
                </a:gridCol>
                <a:gridCol w="940816">
                  <a:extLst>
                    <a:ext uri="{9D8B030D-6E8A-4147-A177-3AD203B41FA5}">
                      <a16:colId xmlns:a16="http://schemas.microsoft.com/office/drawing/2014/main" val="3189795533"/>
                    </a:ext>
                  </a:extLst>
                </a:gridCol>
                <a:gridCol w="940816">
                  <a:extLst>
                    <a:ext uri="{9D8B030D-6E8A-4147-A177-3AD203B41FA5}">
                      <a16:colId xmlns:a16="http://schemas.microsoft.com/office/drawing/2014/main" val="219811505"/>
                    </a:ext>
                  </a:extLst>
                </a:gridCol>
                <a:gridCol w="940816">
                  <a:extLst>
                    <a:ext uri="{9D8B030D-6E8A-4147-A177-3AD203B41FA5}">
                      <a16:colId xmlns:a16="http://schemas.microsoft.com/office/drawing/2014/main" val="2834380718"/>
                    </a:ext>
                  </a:extLst>
                </a:gridCol>
              </a:tblGrid>
              <a:tr h="9248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600" u="none" strike="noStrike" dirty="0" err="1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</a:rPr>
                        <a:t>politica</a:t>
                      </a:r>
                      <a:endParaRPr lang="es-CO" sz="1600" b="0" i="0" u="none" strike="noStrike" dirty="0">
                        <a:solidFill>
                          <a:schemeClr val="bg1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600" u="none" strike="noStrike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</a:rPr>
                        <a:t>n_semillas</a:t>
                      </a:r>
                      <a:endParaRPr lang="es-CO" sz="1600" b="0" i="0" u="none" strike="noStrike">
                        <a:solidFill>
                          <a:schemeClr val="bg1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600" u="none" strike="noStrike" dirty="0" err="1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</a:rPr>
                        <a:t>pct_atendidas_mean</a:t>
                      </a:r>
                      <a:endParaRPr lang="es-CO" sz="1600" b="0" i="0" u="none" strike="noStrike" dirty="0">
                        <a:solidFill>
                          <a:schemeClr val="bg1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600" u="none" strike="noStrike" dirty="0" err="1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</a:rPr>
                        <a:t>espera_media_min_mean</a:t>
                      </a:r>
                      <a:endParaRPr lang="es-CO" sz="1600" b="0" i="0" u="none" strike="noStrike" dirty="0">
                        <a:solidFill>
                          <a:schemeClr val="bg1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600" u="none" strike="noStrike" dirty="0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</a:rPr>
                        <a:t>espera_p95_min_mean</a:t>
                      </a:r>
                      <a:endParaRPr lang="es-CO" sz="1600" b="0" i="0" u="none" strike="noStrike" dirty="0">
                        <a:solidFill>
                          <a:schemeClr val="bg1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600" u="none" strike="noStrike" dirty="0" err="1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</a:rPr>
                        <a:t>espera_max_min_mean</a:t>
                      </a:r>
                      <a:endParaRPr lang="es-CO" sz="1600" b="0" i="0" u="none" strike="noStrike" dirty="0">
                        <a:solidFill>
                          <a:schemeClr val="bg1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600" u="none" strike="noStrike" dirty="0" err="1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</a:rPr>
                        <a:t>sistema_medio_min_mean</a:t>
                      </a:r>
                      <a:endParaRPr lang="es-CO" sz="1600" b="0" i="0" u="none" strike="noStrike" dirty="0">
                        <a:solidFill>
                          <a:schemeClr val="bg1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600" u="none" strike="noStrike" dirty="0" err="1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</a:rPr>
                        <a:t>movimientos_totales_mean</a:t>
                      </a:r>
                      <a:endParaRPr lang="es-CO" sz="1600" b="0" i="0" u="none" strike="noStrike" dirty="0">
                        <a:solidFill>
                          <a:schemeClr val="bg1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600" u="none" strike="noStrike" dirty="0" err="1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</a:rPr>
                        <a:t>movimientos_vacios_mean</a:t>
                      </a:r>
                      <a:endParaRPr lang="es-CO" sz="1600" b="0" i="0" u="none" strike="noStrike" dirty="0">
                        <a:solidFill>
                          <a:schemeClr val="bg1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600" u="none" strike="noStrike" dirty="0" err="1"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</a:rPr>
                        <a:t>pct_esperando_flota_mean</a:t>
                      </a:r>
                      <a:endParaRPr lang="es-CO" sz="1600" b="0" i="0" u="none" strike="noStrike" dirty="0">
                        <a:solidFill>
                          <a:schemeClr val="bg1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453441"/>
                  </a:ext>
                </a:extLst>
              </a:tr>
              <a:tr h="6346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600" u="none" strike="noStrike">
                          <a:effectLst/>
                          <a:latin typeface="Georgia" panose="02040502050405020303" pitchFamily="18" charset="0"/>
                        </a:rPr>
                        <a:t>H0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  <a:latin typeface="Georgia" panose="02040502050405020303" pitchFamily="18" charset="0"/>
                        </a:rPr>
                        <a:t>5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  <a:latin typeface="Georgia" panose="02040502050405020303" pitchFamily="18" charset="0"/>
                        </a:rPr>
                        <a:t>89.342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  <a:latin typeface="Georgia" panose="02040502050405020303" pitchFamily="18" charset="0"/>
                        </a:rPr>
                        <a:t>14.524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  <a:latin typeface="Georgia" panose="02040502050405020303" pitchFamily="18" charset="0"/>
                        </a:rPr>
                        <a:t>32.612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  <a:latin typeface="Georgia" panose="02040502050405020303" pitchFamily="18" charset="0"/>
                        </a:rPr>
                        <a:t>33.37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  <a:latin typeface="Georgia" panose="02040502050405020303" pitchFamily="18" charset="0"/>
                        </a:rPr>
                        <a:t>24.636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  <a:latin typeface="Georgia" panose="02040502050405020303" pitchFamily="18" charset="0"/>
                        </a:rPr>
                        <a:t>31.6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  <a:latin typeface="Georgia" panose="02040502050405020303" pitchFamily="18" charset="0"/>
                        </a:rPr>
                        <a:t>16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  <a:latin typeface="Georgia" panose="02040502050405020303" pitchFamily="18" charset="0"/>
                        </a:rPr>
                        <a:t>32.857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7390319"/>
                  </a:ext>
                </a:extLst>
              </a:tr>
              <a:tr h="6346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600" u="none" strike="noStrike">
                          <a:effectLst/>
                          <a:latin typeface="Georgia" panose="02040502050405020303" pitchFamily="18" charset="0"/>
                        </a:rPr>
                        <a:t>H3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  <a:latin typeface="Georgia" panose="02040502050405020303" pitchFamily="18" charset="0"/>
                        </a:rPr>
                        <a:t>5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  <a:latin typeface="Georgia" panose="02040502050405020303" pitchFamily="18" charset="0"/>
                        </a:rPr>
                        <a:t>93.403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  <a:latin typeface="Georgia" panose="02040502050405020303" pitchFamily="18" charset="0"/>
                        </a:rPr>
                        <a:t>12.905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 dirty="0">
                          <a:effectLst/>
                          <a:latin typeface="Georgia" panose="02040502050405020303" pitchFamily="18" charset="0"/>
                        </a:rPr>
                        <a:t>27.887</a:t>
                      </a:r>
                      <a:endParaRPr lang="es-CO" sz="16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  <a:latin typeface="Georgia" panose="02040502050405020303" pitchFamily="18" charset="0"/>
                        </a:rPr>
                        <a:t>29.4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  <a:latin typeface="Georgia" panose="02040502050405020303" pitchFamily="18" charset="0"/>
                        </a:rPr>
                        <a:t>23.058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  <a:latin typeface="Georgia" panose="02040502050405020303" pitchFamily="18" charset="0"/>
                        </a:rPr>
                        <a:t>28.6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  <a:latin typeface="Georgia" panose="02040502050405020303" pitchFamily="18" charset="0"/>
                        </a:rPr>
                        <a:t>12.8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  <a:latin typeface="Georgia" panose="02040502050405020303" pitchFamily="18" charset="0"/>
                        </a:rPr>
                        <a:t>38.901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5293894"/>
                  </a:ext>
                </a:extLst>
              </a:tr>
              <a:tr h="6346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600" u="none" strike="noStrike">
                          <a:effectLst/>
                          <a:latin typeface="Georgia" panose="02040502050405020303" pitchFamily="18" charset="0"/>
                        </a:rPr>
                        <a:t>PPO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  <a:latin typeface="Georgia" panose="02040502050405020303" pitchFamily="18" charset="0"/>
                        </a:rPr>
                        <a:t>5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  <a:latin typeface="Georgia" panose="02040502050405020303" pitchFamily="18" charset="0"/>
                        </a:rPr>
                        <a:t>87.17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  <a:latin typeface="Georgia" panose="02040502050405020303" pitchFamily="18" charset="0"/>
                        </a:rPr>
                        <a:t>20.796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  <a:latin typeface="Georgia" panose="02040502050405020303" pitchFamily="18" charset="0"/>
                        </a:rPr>
                        <a:t>51.798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  <a:latin typeface="Georgia" panose="02040502050405020303" pitchFamily="18" charset="0"/>
                        </a:rPr>
                        <a:t>55.928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  <a:latin typeface="Georgia" panose="02040502050405020303" pitchFamily="18" charset="0"/>
                        </a:rPr>
                        <a:t>30.924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  <a:latin typeface="Georgia" panose="02040502050405020303" pitchFamily="18" charset="0"/>
                        </a:rPr>
                        <a:t>37.2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>
                          <a:effectLst/>
                          <a:latin typeface="Georgia" panose="02040502050405020303" pitchFamily="18" charset="0"/>
                        </a:rPr>
                        <a:t>23.2</a:t>
                      </a:r>
                      <a:endParaRPr lang="es-CO" sz="1600" b="0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O" sz="1600" u="none" strike="noStrike" dirty="0">
                          <a:effectLst/>
                          <a:latin typeface="Georgia" panose="02040502050405020303" pitchFamily="18" charset="0"/>
                        </a:rPr>
                        <a:t>24.505</a:t>
                      </a:r>
                      <a:endParaRPr lang="es-CO" sz="16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374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36123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6288CCE-DA5D-B0BF-16EA-1CF2687CE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0ECD9E3-F164-F4F7-765F-4D1E74795D08}"/>
              </a:ext>
            </a:extLst>
          </p:cNvPr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all methods compared</a:t>
            </a:r>
            <a:endParaRPr lang="en-US" sz="2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BE60194-E584-E48C-AAF4-16462AFDC26C}"/>
              </a:ext>
            </a:extLst>
          </p:cNvPr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BA90104-1B65-B43C-5C8A-A90ADBDE13FE}"/>
              </a:ext>
            </a:extLst>
          </p:cNvPr>
          <p:cNvSpPr/>
          <p:nvPr/>
        </p:nvSpPr>
        <p:spPr>
          <a:xfrm>
            <a:off x="822960" y="11887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Reward-variant study (small): </a:t>
            </a:r>
            <a:endParaRPr lang="en-US" sz="13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17078E0-E1C7-CF75-FA94-BC0CE4680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755" y="1612861"/>
            <a:ext cx="6748846" cy="524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3521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Small: </a:t>
            </a: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RL agent in operation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9" name="video_h0_h3_ppo_comparado_semilla1003_mejor">
            <a:hlinkClick r:id="" action="ppaction://media"/>
            <a:extLst>
              <a:ext uri="{FF2B5EF4-FFF2-40B4-BE49-F238E27FC236}">
                <a16:creationId xmlns:a16="http://schemas.microsoft.com/office/drawing/2014/main" id="{2D2A06DE-20CB-9400-15AF-CB5B3535CC5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1743710"/>
            <a:ext cx="12192000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400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167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62229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solidFill>
                  <a:srgbClr val="141414"/>
                </a:solidFill>
                <a:latin typeface="Georgia" panose="02040502050405020303" pitchFamily="18" charset="0"/>
              </a:rPr>
              <a:t>Limitations and what the results do NOT claim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274320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Georgia" panose="02040502050405020303" pitchFamily="18" charset="0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52600"/>
            <a:ext cx="10789920" cy="2037353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  <a:defRPr sz="140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r>
              <a:rPr lang="es-MX" dirty="0"/>
              <a:t> </a:t>
            </a:r>
            <a:r>
              <a:rPr dirty="0"/>
              <a:t>Demand is synthetic because the service does not yet exist; it is not validated against observed ridership.</a:t>
            </a:r>
            <a:endParaRPr lang="es-MX" dirty="0"/>
          </a:p>
          <a:p>
            <a:r>
              <a:rPr lang="en-US" dirty="0"/>
              <a:t> Boats make direct point-to-point trips. Multi-stop routes and mixed destinations are a later extension.</a:t>
            </a:r>
            <a:endParaRPr dirty="0"/>
          </a:p>
          <a:p>
            <a:r>
              <a:rPr dirty="0"/>
              <a:t> Passengers do not abandon the system because of waiting.</a:t>
            </a:r>
          </a:p>
          <a:p>
            <a:r>
              <a:rPr dirty="0"/>
              <a:t> Heuristics do not forecast future demand and do not use multi-stop trips.</a:t>
            </a:r>
          </a:p>
          <a:p>
            <a:r>
              <a:rPr dirty="0"/>
              <a:t> The comparison is against dispatch heuristics, not a mathematical optimum.</a:t>
            </a:r>
          </a:p>
          <a:p>
            <a:r>
              <a:rPr lang="en-US"/>
              <a:t>PPO </a:t>
            </a:r>
            <a:r>
              <a:rPr lang="en-US" dirty="0"/>
              <a:t>has been evaluated with a limited set of hyperparameters and training configurations. </a:t>
            </a:r>
          </a:p>
          <a:p>
            <a:r>
              <a:rPr lang="en-US" dirty="0"/>
              <a:t>The current PPO results do not yet demonstrate robust learning beyond the heuristic benchmark.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5EADF00E-72FB-7912-EB14-E4F72950D187}"/>
              </a:ext>
            </a:extLst>
          </p:cNvPr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0088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solidFill>
                  <a:srgbClr val="141414"/>
                </a:solidFill>
                <a:latin typeface="Georgia" panose="02040502050405020303" pitchFamily="18" charset="0"/>
              </a:rPr>
              <a:t>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789920" cy="1656864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  <a:defRPr sz="140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>
              <a:buNone/>
            </a:pPr>
            <a:endParaRPr lang="en-US" dirty="0"/>
          </a:p>
          <a:p>
            <a:r>
              <a:rPr lang="en-US" dirty="0"/>
              <a:t>Increase PPO training time and explore additional hyperparameter configurations. </a:t>
            </a:r>
          </a:p>
          <a:p>
            <a:r>
              <a:rPr lang="en-US" dirty="0"/>
              <a:t>Test alternative reward formulations and training settings. </a:t>
            </a:r>
          </a:p>
          <a:p>
            <a:r>
              <a:rPr lang="en-US" dirty="0"/>
              <a:t>Investigate heuristic-guided reinforcement learning as an alternative to learning entirely from scratch.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F8DF7A44-CFA3-7361-A72E-1D26DA5A0CE1}"/>
              </a:ext>
            </a:extLst>
          </p:cNvPr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405F7-02BC-7902-197B-73A46A928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AA45BEB-E07D-30E7-DBBC-BA6C632B1C65}"/>
              </a:ext>
            </a:extLst>
          </p:cNvPr>
          <p:cNvSpPr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9FF8C42-C6FF-EC81-3A9A-203BCC4BECE3}"/>
              </a:ext>
            </a:extLst>
          </p:cNvPr>
          <p:cNvSpPr/>
          <p:nvPr/>
        </p:nvSpPr>
        <p:spPr>
          <a:xfrm>
            <a:off x="868680" y="3291840"/>
            <a:ext cx="3840480" cy="0"/>
          </a:xfrm>
          <a:prstGeom prst="line">
            <a:avLst/>
          </a:prstGeom>
          <a:noFill/>
          <a:ln w="2540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219579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6070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pipeline built: navigable routing, data-anchored demand, a 2-minute simulator, dispatch heuristics, and a PPO agent.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heuristic H3 (global min-cost assignment in minutes, with reservations) is strong: reservations cut empty moves, the global cost cuts waiting.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Fleet study shows clear diminishing returns beyond 8 to 12 boats.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reward is derived from the objective , not hand-tuned; variant D gives the best time in system.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RL agent operates the same scenario and is compared on real time metrics.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provides a complete framework for learned, real-time, schedule-free operation.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Backup: PPO hyperparameters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8595360" y="457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9A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BACKUP (hide before presenting)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0" y="1371600"/>
          <a:ext cx="7589520" cy="384048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Hyperparameter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Value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Algorithm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PPO (Stable-Baselines3, PyTorch)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Discount gamma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0.99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Learning rate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3e-4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Entropy coefficient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0.01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Update horizon n_steps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512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Normalisation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VecNormalize (obs and reward)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Fresh demand per episode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yes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Training steps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 to 2 million (until reward plateaus)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Train / eval seeds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separate (held-out evaluation)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Backup: full reward-variant study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8595360" y="457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9A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BACKUP (hide before presenting)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1371600"/>
          <a:ext cx="9601200" cy="345643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Variant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Idea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Mean time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Max time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linear time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29.2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70.3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convex, tolerance, no ceiling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29.0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60.8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 + potential shaping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29.2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74.1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(T/12)² normalised  (best)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25.7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51.9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linear total time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41.1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123.1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T² unnormalised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33.0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81.1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G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incremental time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33.5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109.7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H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other weighted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37.1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103.7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280160" y="5120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compared on real time metrics on the same held-out seeds. D wins on time in system.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Backup: detail by origin-destination and boat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8595360" y="457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9A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BACKUP (hide before presenting)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1000" dirty="0"/>
          </a:p>
        </p:txBody>
      </p:sp>
      <p:pic>
        <p:nvPicPr>
          <p:cNvPr id="6" name="Image 0" descr="/home/claude/f2/comparacion_heat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1371600"/>
            <a:ext cx="6035040" cy="2743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42062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/ service per origin-destination pair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80160" y="4754880"/>
            <a:ext cx="96012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Per-pair and per-boat metrics are available in comparacion/output for any policy.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Useful to spot which connections or boats are the bottleneck.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video_H0_semilla1001_mejor">
            <a:hlinkClick r:id="" action="ppaction://media"/>
            <a:extLst>
              <a:ext uri="{FF2B5EF4-FFF2-40B4-BE49-F238E27FC236}">
                <a16:creationId xmlns:a16="http://schemas.microsoft.com/office/drawing/2014/main" id="{2DBC9EC6-8B98-9D83-AD33-856220A7B1B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48000" y="381000"/>
            <a:ext cx="6096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636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1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2145</TotalTime>
  <Words>2602</Words>
  <Application>Microsoft Office PowerPoint</Application>
  <PresentationFormat>Panorámica</PresentationFormat>
  <Paragraphs>492</Paragraphs>
  <Slides>38</Slides>
  <Notes>30</Notes>
  <HiddenSlides>6</HiddenSlides>
  <MMClips>3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41" baseType="lpstr">
      <vt:lpstr>Arial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Haider Yesid Fonseca Najar</cp:lastModifiedBy>
  <cp:revision>2</cp:revision>
  <dcterms:created xsi:type="dcterms:W3CDTF">2026-09-28T10:58:04Z</dcterms:created>
  <dcterms:modified xsi:type="dcterms:W3CDTF">2026-10-01T00:05:36Z</dcterms:modified>
</cp:coreProperties>
</file>